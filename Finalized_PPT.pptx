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4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4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FF4">
              <a:alpha val="9450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8176" y="7751062"/>
            <a:ext cx="1725168" cy="41148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760720" cy="82295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FF4">
              <a:alpha val="9450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6" y="7751062"/>
            <a:ext cx="1725168" cy="411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6978" y="716660"/>
            <a:ext cx="11153140" cy="786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304" y="1471295"/>
            <a:ext cx="9474200" cy="2374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400" b="0" i="0">
                <a:solidFill>
                  <a:srgbClr val="5223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3083286" y="7634275"/>
            <a:ext cx="1160144" cy="52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68973" y="1397772"/>
            <a:ext cx="6340475" cy="50780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65"/>
              </a:spcBef>
            </a:pPr>
            <a:r>
              <a:rPr dirty="0" sz="5100">
                <a:solidFill>
                  <a:srgbClr val="522317"/>
                </a:solidFill>
                <a:latin typeface="Tahoma"/>
                <a:cs typeface="Tahoma"/>
              </a:rPr>
              <a:t>AI-Driven</a:t>
            </a:r>
            <a:r>
              <a:rPr dirty="0" sz="5100" spc="27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5100" spc="210">
                <a:solidFill>
                  <a:srgbClr val="522317"/>
                </a:solidFill>
                <a:latin typeface="Tahoma"/>
                <a:cs typeface="Tahoma"/>
              </a:rPr>
              <a:t>Web </a:t>
            </a:r>
            <a:r>
              <a:rPr dirty="0" sz="5100" spc="130">
                <a:solidFill>
                  <a:srgbClr val="522317"/>
                </a:solidFill>
                <a:latin typeface="Tahoma"/>
                <a:cs typeface="Tahoma"/>
              </a:rPr>
              <a:t>Application</a:t>
            </a:r>
            <a:r>
              <a:rPr dirty="0" sz="5100" spc="-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5100" spc="114">
                <a:solidFill>
                  <a:srgbClr val="522317"/>
                </a:solidFill>
                <a:latin typeface="Tahoma"/>
                <a:cs typeface="Tahoma"/>
              </a:rPr>
              <a:t>for </a:t>
            </a:r>
            <a:r>
              <a:rPr dirty="0" sz="5050" spc="200">
                <a:solidFill>
                  <a:srgbClr val="522317"/>
                </a:solidFill>
                <a:latin typeface="Tahoma"/>
                <a:cs typeface="Tahoma"/>
              </a:rPr>
              <a:t>Automated</a:t>
            </a:r>
            <a:r>
              <a:rPr dirty="0" sz="5050" spc="5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5050" spc="-10">
                <a:solidFill>
                  <a:srgbClr val="522317"/>
                </a:solidFill>
                <a:latin typeface="Tahoma"/>
                <a:cs typeface="Tahoma"/>
              </a:rPr>
              <a:t>Disease </a:t>
            </a:r>
            <a:r>
              <a:rPr dirty="0" sz="5100" spc="140">
                <a:solidFill>
                  <a:srgbClr val="522317"/>
                </a:solidFill>
                <a:latin typeface="Tahoma"/>
                <a:cs typeface="Tahoma"/>
              </a:rPr>
              <a:t>Detection</a:t>
            </a:r>
            <a:r>
              <a:rPr dirty="0" sz="5100" spc="8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5100">
                <a:solidFill>
                  <a:srgbClr val="522317"/>
                </a:solidFill>
                <a:latin typeface="Tahoma"/>
                <a:cs typeface="Tahoma"/>
              </a:rPr>
              <a:t>in</a:t>
            </a:r>
            <a:r>
              <a:rPr dirty="0" sz="5100" spc="-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5100">
                <a:solidFill>
                  <a:srgbClr val="522317"/>
                </a:solidFill>
                <a:latin typeface="Tahoma"/>
                <a:cs typeface="Tahoma"/>
              </a:rPr>
              <a:t>Rice</a:t>
            </a:r>
            <a:r>
              <a:rPr dirty="0" sz="5100" spc="2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5100" spc="30">
                <a:solidFill>
                  <a:srgbClr val="522317"/>
                </a:solidFill>
                <a:latin typeface="Tahoma"/>
                <a:cs typeface="Tahoma"/>
              </a:rPr>
              <a:t>and </a:t>
            </a:r>
            <a:r>
              <a:rPr dirty="0" sz="5100" spc="-70">
                <a:solidFill>
                  <a:srgbClr val="522317"/>
                </a:solidFill>
                <a:latin typeface="Tahoma"/>
                <a:cs typeface="Tahoma"/>
              </a:rPr>
              <a:t>Pulse</a:t>
            </a:r>
            <a:r>
              <a:rPr dirty="0" sz="5100" spc="-31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5100" spc="60">
                <a:solidFill>
                  <a:srgbClr val="522317"/>
                </a:solidFill>
                <a:latin typeface="Tahoma"/>
                <a:cs typeface="Tahoma"/>
              </a:rPr>
              <a:t>Crops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68973" y="6354634"/>
            <a:ext cx="7411084" cy="72644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50" spc="195">
                <a:solidFill>
                  <a:srgbClr val="67524F"/>
                </a:solidFill>
                <a:latin typeface="Tahoma"/>
                <a:cs typeface="Tahoma"/>
              </a:rPr>
              <a:t>An</a:t>
            </a:r>
            <a:r>
              <a:rPr dirty="0" sz="17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67524F"/>
                </a:solidFill>
                <a:latin typeface="Tahoma"/>
                <a:cs typeface="Tahoma"/>
              </a:rPr>
              <a:t>Infosys</a:t>
            </a:r>
            <a:r>
              <a:rPr dirty="0" sz="1750" spc="-10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50">
                <a:solidFill>
                  <a:srgbClr val="67524F"/>
                </a:solidFill>
                <a:latin typeface="Tahoma"/>
                <a:cs typeface="Tahoma"/>
              </a:rPr>
              <a:t>Springboard</a:t>
            </a:r>
            <a:r>
              <a:rPr dirty="0" sz="175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14">
                <a:solidFill>
                  <a:srgbClr val="67524F"/>
                </a:solidFill>
                <a:latin typeface="Tahoma"/>
                <a:cs typeface="Tahoma"/>
              </a:rPr>
              <a:t>Virtual</a:t>
            </a:r>
            <a:r>
              <a:rPr dirty="0" sz="17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10">
                <a:solidFill>
                  <a:srgbClr val="67524F"/>
                </a:solidFill>
                <a:latin typeface="Tahoma"/>
                <a:cs typeface="Tahoma"/>
              </a:rPr>
              <a:t>Internship</a:t>
            </a:r>
            <a:r>
              <a:rPr dirty="0" sz="17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67524F"/>
                </a:solidFill>
                <a:latin typeface="Tahoma"/>
                <a:cs typeface="Tahoma"/>
              </a:rPr>
              <a:t>6.0</a:t>
            </a:r>
            <a:r>
              <a:rPr dirty="0" sz="17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67524F"/>
                </a:solidFill>
                <a:latin typeface="Tahoma"/>
                <a:cs typeface="Tahoma"/>
              </a:rPr>
              <a:t>project,</a:t>
            </a:r>
            <a:r>
              <a:rPr dirty="0" sz="17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65">
                <a:solidFill>
                  <a:srgbClr val="67524F"/>
                </a:solidFill>
                <a:latin typeface="Tahoma"/>
                <a:cs typeface="Tahoma"/>
              </a:rPr>
              <a:t>empowering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750" spc="120">
                <a:solidFill>
                  <a:srgbClr val="67524F"/>
                </a:solidFill>
                <a:latin typeface="Tahoma"/>
                <a:cs typeface="Tahoma"/>
              </a:rPr>
              <a:t>farmers</a:t>
            </a:r>
            <a:r>
              <a:rPr dirty="0" sz="17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55">
                <a:solidFill>
                  <a:srgbClr val="67524F"/>
                </a:solidFill>
                <a:latin typeface="Tahoma"/>
                <a:cs typeface="Tahoma"/>
              </a:rPr>
              <a:t>with</a:t>
            </a:r>
            <a:r>
              <a:rPr dirty="0" sz="17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67524F"/>
                </a:solidFill>
                <a:latin typeface="Tahoma"/>
                <a:cs typeface="Tahoma"/>
              </a:rPr>
              <a:t>AI</a:t>
            </a:r>
            <a:r>
              <a:rPr dirty="0" sz="175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7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20">
                <a:solidFill>
                  <a:srgbClr val="67524F"/>
                </a:solidFill>
                <a:latin typeface="Tahoma"/>
                <a:cs typeface="Tahoma"/>
              </a:rPr>
              <a:t>healthier</a:t>
            </a:r>
            <a:r>
              <a:rPr dirty="0" sz="17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67524F"/>
                </a:solidFill>
                <a:latin typeface="Tahoma"/>
                <a:cs typeface="Tahoma"/>
              </a:rPr>
              <a:t>harvests.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728959" y="7065264"/>
            <a:ext cx="3914140" cy="1176655"/>
            <a:chOff x="10728959" y="7065264"/>
            <a:chExt cx="3914140" cy="1176655"/>
          </a:xfrm>
        </p:grpSpPr>
        <p:sp>
          <p:nvSpPr>
            <p:cNvPr id="5" name="object 5" descr=""/>
            <p:cNvSpPr/>
            <p:nvPr/>
          </p:nvSpPr>
          <p:spPr>
            <a:xfrm>
              <a:off x="10741151" y="7077456"/>
              <a:ext cx="3889375" cy="1152525"/>
            </a:xfrm>
            <a:custGeom>
              <a:avLst/>
              <a:gdLst/>
              <a:ahLst/>
              <a:cxnLst/>
              <a:rect l="l" t="t" r="r" b="b"/>
              <a:pathLst>
                <a:path w="3889375" h="1152525">
                  <a:moveTo>
                    <a:pt x="3850767" y="0"/>
                  </a:moveTo>
                  <a:lnTo>
                    <a:pt x="38480" y="0"/>
                  </a:lnTo>
                  <a:lnTo>
                    <a:pt x="23467" y="3020"/>
                  </a:lnTo>
                  <a:lnTo>
                    <a:pt x="11239" y="11256"/>
                  </a:lnTo>
                  <a:lnTo>
                    <a:pt x="3012" y="23472"/>
                  </a:lnTo>
                  <a:lnTo>
                    <a:pt x="0" y="38430"/>
                  </a:lnTo>
                  <a:lnTo>
                    <a:pt x="0" y="1113718"/>
                  </a:lnTo>
                  <a:lnTo>
                    <a:pt x="3012" y="1128675"/>
                  </a:lnTo>
                  <a:lnTo>
                    <a:pt x="11239" y="1140889"/>
                  </a:lnTo>
                  <a:lnTo>
                    <a:pt x="23467" y="1149123"/>
                  </a:lnTo>
                  <a:lnTo>
                    <a:pt x="38480" y="1152143"/>
                  </a:lnTo>
                  <a:lnTo>
                    <a:pt x="3850767" y="1152143"/>
                  </a:lnTo>
                  <a:lnTo>
                    <a:pt x="3865780" y="1149123"/>
                  </a:lnTo>
                  <a:lnTo>
                    <a:pt x="3878008" y="1140889"/>
                  </a:lnTo>
                  <a:lnTo>
                    <a:pt x="3886235" y="1128675"/>
                  </a:lnTo>
                  <a:lnTo>
                    <a:pt x="3889248" y="1113718"/>
                  </a:lnTo>
                  <a:lnTo>
                    <a:pt x="3889248" y="38430"/>
                  </a:lnTo>
                  <a:lnTo>
                    <a:pt x="3886235" y="23472"/>
                  </a:lnTo>
                  <a:lnTo>
                    <a:pt x="3878008" y="11256"/>
                  </a:lnTo>
                  <a:lnTo>
                    <a:pt x="3865780" y="3020"/>
                  </a:lnTo>
                  <a:lnTo>
                    <a:pt x="3850767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741151" y="7077456"/>
              <a:ext cx="3889375" cy="1152525"/>
            </a:xfrm>
            <a:custGeom>
              <a:avLst/>
              <a:gdLst/>
              <a:ahLst/>
              <a:cxnLst/>
              <a:rect l="l" t="t" r="r" b="b"/>
              <a:pathLst>
                <a:path w="3889375" h="1152525">
                  <a:moveTo>
                    <a:pt x="0" y="38430"/>
                  </a:moveTo>
                  <a:lnTo>
                    <a:pt x="3012" y="23472"/>
                  </a:lnTo>
                  <a:lnTo>
                    <a:pt x="11239" y="11256"/>
                  </a:lnTo>
                  <a:lnTo>
                    <a:pt x="23467" y="3020"/>
                  </a:lnTo>
                  <a:lnTo>
                    <a:pt x="38480" y="0"/>
                  </a:lnTo>
                  <a:lnTo>
                    <a:pt x="3850767" y="0"/>
                  </a:lnTo>
                  <a:lnTo>
                    <a:pt x="3865780" y="3020"/>
                  </a:lnTo>
                  <a:lnTo>
                    <a:pt x="3878008" y="11256"/>
                  </a:lnTo>
                  <a:lnTo>
                    <a:pt x="3886235" y="23472"/>
                  </a:lnTo>
                  <a:lnTo>
                    <a:pt x="3889248" y="38430"/>
                  </a:lnTo>
                  <a:lnTo>
                    <a:pt x="3889248" y="1113718"/>
                  </a:lnTo>
                  <a:lnTo>
                    <a:pt x="3886235" y="1128675"/>
                  </a:lnTo>
                  <a:lnTo>
                    <a:pt x="3878008" y="1140889"/>
                  </a:lnTo>
                  <a:lnTo>
                    <a:pt x="3865780" y="1149123"/>
                  </a:lnTo>
                  <a:lnTo>
                    <a:pt x="3850767" y="1152143"/>
                  </a:lnTo>
                  <a:lnTo>
                    <a:pt x="38480" y="1152143"/>
                  </a:lnTo>
                  <a:lnTo>
                    <a:pt x="23467" y="1149123"/>
                  </a:lnTo>
                  <a:lnTo>
                    <a:pt x="11239" y="1140889"/>
                  </a:lnTo>
                  <a:lnTo>
                    <a:pt x="3012" y="1128675"/>
                  </a:lnTo>
                  <a:lnTo>
                    <a:pt x="0" y="1113718"/>
                  </a:lnTo>
                  <a:lnTo>
                    <a:pt x="0" y="38430"/>
                  </a:lnTo>
                  <a:close/>
                </a:path>
              </a:pathLst>
            </a:custGeom>
            <a:ln w="2438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833607" y="7023418"/>
            <a:ext cx="3225800" cy="99314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20" b="1">
                <a:solidFill>
                  <a:srgbClr val="67524F"/>
                </a:solidFill>
                <a:latin typeface="Tahoma"/>
                <a:cs typeface="Tahoma"/>
              </a:rPr>
              <a:t>Mentor</a:t>
            </a:r>
            <a:r>
              <a:rPr dirty="0" sz="2400" spc="-110" b="1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67524F"/>
                </a:solidFill>
                <a:latin typeface="Tahoma"/>
                <a:cs typeface="Tahoma"/>
              </a:rPr>
              <a:t>&amp; </a:t>
            </a:r>
            <a:r>
              <a:rPr dirty="0" sz="2400" spc="-80" b="1">
                <a:solidFill>
                  <a:srgbClr val="67524F"/>
                </a:solidFill>
                <a:latin typeface="Tahoma"/>
                <a:cs typeface="Tahoma"/>
              </a:rPr>
              <a:t>Coordinator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400" spc="75">
                <a:solidFill>
                  <a:srgbClr val="67524F"/>
                </a:solidFill>
                <a:latin typeface="Tahoma"/>
                <a:cs typeface="Tahoma"/>
              </a:rPr>
              <a:t>Mentor:</a:t>
            </a:r>
            <a:r>
              <a:rPr dirty="0" sz="14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90">
                <a:solidFill>
                  <a:srgbClr val="67524F"/>
                </a:solidFill>
                <a:latin typeface="Tahoma"/>
                <a:cs typeface="Tahoma"/>
              </a:rPr>
              <a:t>Sasank</a:t>
            </a:r>
            <a:r>
              <a:rPr dirty="0" sz="14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7524F"/>
                </a:solidFill>
                <a:latin typeface="Tahoma"/>
                <a:cs typeface="Tahoma"/>
              </a:rPr>
              <a:t>Nukala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400" spc="70">
                <a:solidFill>
                  <a:srgbClr val="67524F"/>
                </a:solidFill>
                <a:latin typeface="Tahoma"/>
                <a:cs typeface="Tahoma"/>
              </a:rPr>
              <a:t>Coordinator:</a:t>
            </a:r>
            <a:r>
              <a:rPr dirty="0" sz="1400" spc="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30">
                <a:solidFill>
                  <a:srgbClr val="67524F"/>
                </a:solidFill>
                <a:latin typeface="Tahoma"/>
                <a:cs typeface="Tahoma"/>
              </a:rPr>
              <a:t>Uttam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6072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6894" y="654059"/>
            <a:ext cx="7676515" cy="23691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901065">
              <a:lnSpc>
                <a:spcPct val="130900"/>
              </a:lnSpc>
              <a:spcBef>
                <a:spcPts val="95"/>
              </a:spcBef>
            </a:pPr>
            <a:r>
              <a:rPr dirty="0" sz="4250" spc="55"/>
              <a:t>Project</a:t>
            </a:r>
            <a:r>
              <a:rPr dirty="0" sz="4250" spc="-75"/>
              <a:t> </a:t>
            </a:r>
            <a:r>
              <a:rPr dirty="0" sz="4250"/>
              <a:t>Overview:</a:t>
            </a:r>
            <a:r>
              <a:rPr dirty="0" sz="4250" spc="-95"/>
              <a:t> </a:t>
            </a:r>
            <a:r>
              <a:rPr dirty="0" sz="4250"/>
              <a:t>AI-</a:t>
            </a:r>
            <a:r>
              <a:rPr dirty="0" sz="4250" spc="-10"/>
              <a:t>Driven </a:t>
            </a:r>
            <a:r>
              <a:rPr dirty="0" sz="4250" spc="-50"/>
              <a:t>Disease</a:t>
            </a:r>
            <a:r>
              <a:rPr dirty="0" sz="4250" spc="-275"/>
              <a:t> </a:t>
            </a:r>
            <a:r>
              <a:rPr dirty="0" sz="4250" spc="110"/>
              <a:t>Detection</a:t>
            </a:r>
            <a:endParaRPr sz="4250"/>
          </a:p>
          <a:p>
            <a:pPr marL="12700" marR="5080">
              <a:lnSpc>
                <a:spcPct val="131000"/>
              </a:lnSpc>
              <a:spcBef>
                <a:spcPts val="550"/>
              </a:spcBef>
            </a:pPr>
            <a:r>
              <a:rPr dirty="0" sz="1450" spc="100">
                <a:solidFill>
                  <a:srgbClr val="67524F"/>
                </a:solidFill>
              </a:rPr>
              <a:t>Leveraging</a:t>
            </a:r>
            <a:r>
              <a:rPr dirty="0" sz="1450" spc="15">
                <a:solidFill>
                  <a:srgbClr val="67524F"/>
                </a:solidFill>
              </a:rPr>
              <a:t> </a:t>
            </a:r>
            <a:r>
              <a:rPr dirty="0" sz="1450" spc="135">
                <a:solidFill>
                  <a:srgbClr val="67524F"/>
                </a:solidFill>
              </a:rPr>
              <a:t>deep</a:t>
            </a:r>
            <a:r>
              <a:rPr dirty="0" sz="1450" spc="-30">
                <a:solidFill>
                  <a:srgbClr val="67524F"/>
                </a:solidFill>
              </a:rPr>
              <a:t> </a:t>
            </a:r>
            <a:r>
              <a:rPr dirty="0" sz="1450" spc="100">
                <a:solidFill>
                  <a:srgbClr val="67524F"/>
                </a:solidFill>
              </a:rPr>
              <a:t>learning</a:t>
            </a:r>
            <a:r>
              <a:rPr dirty="0" sz="1450" spc="-10">
                <a:solidFill>
                  <a:srgbClr val="67524F"/>
                </a:solidFill>
              </a:rPr>
              <a:t> </a:t>
            </a:r>
            <a:r>
              <a:rPr dirty="0" sz="1450" spc="130">
                <a:solidFill>
                  <a:srgbClr val="67524F"/>
                </a:solidFill>
              </a:rPr>
              <a:t>and</a:t>
            </a:r>
            <a:r>
              <a:rPr dirty="0" sz="1450" spc="-25">
                <a:solidFill>
                  <a:srgbClr val="67524F"/>
                </a:solidFill>
              </a:rPr>
              <a:t> </a:t>
            </a:r>
            <a:r>
              <a:rPr dirty="0" sz="1450" spc="80">
                <a:solidFill>
                  <a:srgbClr val="67524F"/>
                </a:solidFill>
              </a:rPr>
              <a:t>a</a:t>
            </a:r>
            <a:r>
              <a:rPr dirty="0" sz="1450" spc="-70">
                <a:solidFill>
                  <a:srgbClr val="67524F"/>
                </a:solidFill>
              </a:rPr>
              <a:t> </a:t>
            </a:r>
            <a:r>
              <a:rPr dirty="0" sz="1450" spc="75">
                <a:solidFill>
                  <a:srgbClr val="67524F"/>
                </a:solidFill>
              </a:rPr>
              <a:t>user-friendly</a:t>
            </a:r>
            <a:r>
              <a:rPr dirty="0" sz="1450" spc="25">
                <a:solidFill>
                  <a:srgbClr val="67524F"/>
                </a:solidFill>
              </a:rPr>
              <a:t> </a:t>
            </a:r>
            <a:r>
              <a:rPr dirty="0" sz="1450" spc="150">
                <a:solidFill>
                  <a:srgbClr val="67524F"/>
                </a:solidFill>
              </a:rPr>
              <a:t>web</a:t>
            </a:r>
            <a:r>
              <a:rPr dirty="0" sz="1450" spc="-25">
                <a:solidFill>
                  <a:srgbClr val="67524F"/>
                </a:solidFill>
              </a:rPr>
              <a:t> </a:t>
            </a:r>
            <a:r>
              <a:rPr dirty="0" sz="1450" spc="80">
                <a:solidFill>
                  <a:srgbClr val="67524F"/>
                </a:solidFill>
              </a:rPr>
              <a:t>interface</a:t>
            </a:r>
            <a:r>
              <a:rPr dirty="0" sz="1450" spc="-10">
                <a:solidFill>
                  <a:srgbClr val="67524F"/>
                </a:solidFill>
              </a:rPr>
              <a:t> </a:t>
            </a:r>
            <a:r>
              <a:rPr dirty="0" sz="1450" spc="95">
                <a:solidFill>
                  <a:srgbClr val="67524F"/>
                </a:solidFill>
              </a:rPr>
              <a:t>to</a:t>
            </a:r>
            <a:r>
              <a:rPr dirty="0" sz="1450" spc="-45">
                <a:solidFill>
                  <a:srgbClr val="67524F"/>
                </a:solidFill>
              </a:rPr>
              <a:t> </a:t>
            </a:r>
            <a:r>
              <a:rPr dirty="0" sz="1450" spc="110">
                <a:solidFill>
                  <a:srgbClr val="67524F"/>
                </a:solidFill>
              </a:rPr>
              <a:t>detect</a:t>
            </a:r>
            <a:r>
              <a:rPr dirty="0" sz="1450" spc="-20">
                <a:solidFill>
                  <a:srgbClr val="67524F"/>
                </a:solidFill>
              </a:rPr>
              <a:t> </a:t>
            </a:r>
            <a:r>
              <a:rPr dirty="0" sz="1450" spc="130">
                <a:solidFill>
                  <a:srgbClr val="67524F"/>
                </a:solidFill>
              </a:rPr>
              <a:t>and</a:t>
            </a:r>
            <a:r>
              <a:rPr dirty="0" sz="1450" spc="-45">
                <a:solidFill>
                  <a:srgbClr val="67524F"/>
                </a:solidFill>
              </a:rPr>
              <a:t> </a:t>
            </a:r>
            <a:r>
              <a:rPr dirty="0" sz="1450" spc="100">
                <a:solidFill>
                  <a:srgbClr val="67524F"/>
                </a:solidFill>
              </a:rPr>
              <a:t>diagnose </a:t>
            </a:r>
            <a:r>
              <a:rPr dirty="0" sz="1450" spc="114">
                <a:solidFill>
                  <a:srgbClr val="67524F"/>
                </a:solidFill>
              </a:rPr>
              <a:t>crop</a:t>
            </a:r>
            <a:r>
              <a:rPr dirty="0" sz="1450" spc="-55">
                <a:solidFill>
                  <a:srgbClr val="67524F"/>
                </a:solidFill>
              </a:rPr>
              <a:t> </a:t>
            </a:r>
            <a:r>
              <a:rPr dirty="0" sz="1450" spc="75">
                <a:solidFill>
                  <a:srgbClr val="67524F"/>
                </a:solidFill>
              </a:rPr>
              <a:t>diseases</a:t>
            </a:r>
            <a:r>
              <a:rPr dirty="0" sz="1450" spc="10">
                <a:solidFill>
                  <a:srgbClr val="67524F"/>
                </a:solidFill>
              </a:rPr>
              <a:t> </a:t>
            </a:r>
            <a:r>
              <a:rPr dirty="0" sz="1450" spc="120">
                <a:solidFill>
                  <a:srgbClr val="67524F"/>
                </a:solidFill>
              </a:rPr>
              <a:t>from</a:t>
            </a:r>
            <a:r>
              <a:rPr dirty="0" sz="1450" spc="-25">
                <a:solidFill>
                  <a:srgbClr val="67524F"/>
                </a:solidFill>
              </a:rPr>
              <a:t> </a:t>
            </a:r>
            <a:r>
              <a:rPr dirty="0" sz="1450" spc="55">
                <a:solidFill>
                  <a:srgbClr val="67524F"/>
                </a:solidFill>
              </a:rPr>
              <a:t>leaf</a:t>
            </a:r>
            <a:r>
              <a:rPr dirty="0" sz="1450" spc="-45">
                <a:solidFill>
                  <a:srgbClr val="67524F"/>
                </a:solidFill>
              </a:rPr>
              <a:t> </a:t>
            </a:r>
            <a:r>
              <a:rPr dirty="0" sz="1450" spc="75">
                <a:solidFill>
                  <a:srgbClr val="67524F"/>
                </a:solidFill>
              </a:rPr>
              <a:t>images.</a:t>
            </a:r>
            <a:endParaRPr sz="1450"/>
          </a:p>
        </p:txBody>
      </p:sp>
      <p:grpSp>
        <p:nvGrpSpPr>
          <p:cNvPr id="4" name="object 4" descr=""/>
          <p:cNvGrpSpPr/>
          <p:nvPr/>
        </p:nvGrpSpPr>
        <p:grpSpPr>
          <a:xfrm>
            <a:off x="6147815" y="3169920"/>
            <a:ext cx="3816350" cy="2420620"/>
            <a:chOff x="6147815" y="3169920"/>
            <a:chExt cx="3816350" cy="2420620"/>
          </a:xfrm>
        </p:grpSpPr>
        <p:sp>
          <p:nvSpPr>
            <p:cNvPr id="5" name="object 5" descr=""/>
            <p:cNvSpPr/>
            <p:nvPr/>
          </p:nvSpPr>
          <p:spPr>
            <a:xfrm>
              <a:off x="6147815" y="3453384"/>
              <a:ext cx="3816350" cy="2136775"/>
            </a:xfrm>
            <a:custGeom>
              <a:avLst/>
              <a:gdLst/>
              <a:ahLst/>
              <a:cxnLst/>
              <a:rect l="l" t="t" r="r" b="b"/>
              <a:pathLst>
                <a:path w="3816350" h="2136775">
                  <a:moveTo>
                    <a:pt x="3706241" y="0"/>
                  </a:moveTo>
                  <a:lnTo>
                    <a:pt x="109855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4"/>
                  </a:lnTo>
                  <a:lnTo>
                    <a:pt x="0" y="2026792"/>
                  </a:lnTo>
                  <a:lnTo>
                    <a:pt x="8628" y="2069568"/>
                  </a:lnTo>
                  <a:lnTo>
                    <a:pt x="32162" y="2104485"/>
                  </a:lnTo>
                  <a:lnTo>
                    <a:pt x="67079" y="2128019"/>
                  </a:lnTo>
                  <a:lnTo>
                    <a:pt x="109855" y="2136647"/>
                  </a:lnTo>
                  <a:lnTo>
                    <a:pt x="3706241" y="2136647"/>
                  </a:lnTo>
                  <a:lnTo>
                    <a:pt x="3749016" y="2128019"/>
                  </a:lnTo>
                  <a:lnTo>
                    <a:pt x="3783933" y="2104485"/>
                  </a:lnTo>
                  <a:lnTo>
                    <a:pt x="3807467" y="2069568"/>
                  </a:lnTo>
                  <a:lnTo>
                    <a:pt x="3816095" y="2026792"/>
                  </a:lnTo>
                  <a:lnTo>
                    <a:pt x="3816095" y="109854"/>
                  </a:lnTo>
                  <a:lnTo>
                    <a:pt x="3807467" y="67079"/>
                  </a:lnTo>
                  <a:lnTo>
                    <a:pt x="3783933" y="32162"/>
                  </a:lnTo>
                  <a:lnTo>
                    <a:pt x="3749016" y="8628"/>
                  </a:lnTo>
                  <a:lnTo>
                    <a:pt x="3706241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47816" y="3169919"/>
              <a:ext cx="3816350" cy="570230"/>
            </a:xfrm>
            <a:custGeom>
              <a:avLst/>
              <a:gdLst/>
              <a:ahLst/>
              <a:cxnLst/>
              <a:rect l="l" t="t" r="r" b="b"/>
              <a:pathLst>
                <a:path w="3816350" h="570229">
                  <a:moveTo>
                    <a:pt x="3816096" y="307848"/>
                  </a:moveTo>
                  <a:lnTo>
                    <a:pt x="3812502" y="290042"/>
                  </a:lnTo>
                  <a:lnTo>
                    <a:pt x="3802710" y="275513"/>
                  </a:lnTo>
                  <a:lnTo>
                    <a:pt x="3788181" y="265722"/>
                  </a:lnTo>
                  <a:lnTo>
                    <a:pt x="3770376" y="262128"/>
                  </a:lnTo>
                  <a:lnTo>
                    <a:pt x="2189784" y="262128"/>
                  </a:lnTo>
                  <a:lnTo>
                    <a:pt x="2187791" y="237477"/>
                  </a:lnTo>
                  <a:lnTo>
                    <a:pt x="2177059" y="193865"/>
                  </a:lnTo>
                  <a:lnTo>
                    <a:pt x="2159876" y="153187"/>
                  </a:lnTo>
                  <a:lnTo>
                    <a:pt x="2136825" y="116039"/>
                  </a:lnTo>
                  <a:lnTo>
                    <a:pt x="2108492" y="83019"/>
                  </a:lnTo>
                  <a:lnTo>
                    <a:pt x="2075472" y="54686"/>
                  </a:lnTo>
                  <a:lnTo>
                    <a:pt x="2038324" y="31635"/>
                  </a:lnTo>
                  <a:lnTo>
                    <a:pt x="1997659" y="14452"/>
                  </a:lnTo>
                  <a:lnTo>
                    <a:pt x="1954034" y="3721"/>
                  </a:lnTo>
                  <a:lnTo>
                    <a:pt x="1908048" y="0"/>
                  </a:lnTo>
                  <a:lnTo>
                    <a:pt x="1862048" y="3721"/>
                  </a:lnTo>
                  <a:lnTo>
                    <a:pt x="1818436" y="14452"/>
                  </a:lnTo>
                  <a:lnTo>
                    <a:pt x="1777758" y="31635"/>
                  </a:lnTo>
                  <a:lnTo>
                    <a:pt x="1740611" y="54686"/>
                  </a:lnTo>
                  <a:lnTo>
                    <a:pt x="1707591" y="83019"/>
                  </a:lnTo>
                  <a:lnTo>
                    <a:pt x="1679257" y="116039"/>
                  </a:lnTo>
                  <a:lnTo>
                    <a:pt x="1656207" y="153187"/>
                  </a:lnTo>
                  <a:lnTo>
                    <a:pt x="1639023" y="193865"/>
                  </a:lnTo>
                  <a:lnTo>
                    <a:pt x="1628292" y="237477"/>
                  </a:lnTo>
                  <a:lnTo>
                    <a:pt x="1626298" y="262128"/>
                  </a:lnTo>
                  <a:lnTo>
                    <a:pt x="45720" y="262128"/>
                  </a:lnTo>
                  <a:lnTo>
                    <a:pt x="27901" y="265722"/>
                  </a:lnTo>
                  <a:lnTo>
                    <a:pt x="13373" y="275513"/>
                  </a:lnTo>
                  <a:lnTo>
                    <a:pt x="3581" y="290042"/>
                  </a:lnTo>
                  <a:lnTo>
                    <a:pt x="0" y="307848"/>
                  </a:lnTo>
                  <a:lnTo>
                    <a:pt x="3581" y="325666"/>
                  </a:lnTo>
                  <a:lnTo>
                    <a:pt x="13373" y="340194"/>
                  </a:lnTo>
                  <a:lnTo>
                    <a:pt x="27901" y="349986"/>
                  </a:lnTo>
                  <a:lnTo>
                    <a:pt x="45720" y="353568"/>
                  </a:lnTo>
                  <a:lnTo>
                    <a:pt x="1633461" y="353568"/>
                  </a:lnTo>
                  <a:lnTo>
                    <a:pt x="1639023" y="376123"/>
                  </a:lnTo>
                  <a:lnTo>
                    <a:pt x="1656207" y="416801"/>
                  </a:lnTo>
                  <a:lnTo>
                    <a:pt x="1679257" y="453948"/>
                  </a:lnTo>
                  <a:lnTo>
                    <a:pt x="1707591" y="486968"/>
                  </a:lnTo>
                  <a:lnTo>
                    <a:pt x="1740611" y="515302"/>
                  </a:lnTo>
                  <a:lnTo>
                    <a:pt x="1777758" y="538353"/>
                  </a:lnTo>
                  <a:lnTo>
                    <a:pt x="1818436" y="555536"/>
                  </a:lnTo>
                  <a:lnTo>
                    <a:pt x="1862048" y="566267"/>
                  </a:lnTo>
                  <a:lnTo>
                    <a:pt x="1908048" y="569976"/>
                  </a:lnTo>
                  <a:lnTo>
                    <a:pt x="1954034" y="566267"/>
                  </a:lnTo>
                  <a:lnTo>
                    <a:pt x="1997659" y="555536"/>
                  </a:lnTo>
                  <a:lnTo>
                    <a:pt x="2038324" y="538353"/>
                  </a:lnTo>
                  <a:lnTo>
                    <a:pt x="2075472" y="515302"/>
                  </a:lnTo>
                  <a:lnTo>
                    <a:pt x="2108492" y="486968"/>
                  </a:lnTo>
                  <a:lnTo>
                    <a:pt x="2136825" y="453948"/>
                  </a:lnTo>
                  <a:lnTo>
                    <a:pt x="2159876" y="416801"/>
                  </a:lnTo>
                  <a:lnTo>
                    <a:pt x="2177059" y="376123"/>
                  </a:lnTo>
                  <a:lnTo>
                    <a:pt x="2182609" y="353568"/>
                  </a:lnTo>
                  <a:lnTo>
                    <a:pt x="3770376" y="353568"/>
                  </a:lnTo>
                  <a:lnTo>
                    <a:pt x="3788181" y="349986"/>
                  </a:lnTo>
                  <a:lnTo>
                    <a:pt x="3802710" y="340194"/>
                  </a:lnTo>
                  <a:lnTo>
                    <a:pt x="3812502" y="325666"/>
                  </a:lnTo>
                  <a:lnTo>
                    <a:pt x="3816096" y="307848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49110" y="3961841"/>
            <a:ext cx="3294379" cy="15697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100">
                <a:solidFill>
                  <a:srgbClr val="67524F"/>
                </a:solidFill>
                <a:latin typeface="Tahoma"/>
                <a:cs typeface="Tahoma"/>
              </a:rPr>
              <a:t>Primary</a:t>
            </a:r>
            <a:r>
              <a:rPr dirty="0" sz="2100" spc="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7524F"/>
                </a:solidFill>
                <a:latin typeface="Tahoma"/>
                <a:cs typeface="Tahoma"/>
              </a:rPr>
              <a:t>Objective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1100"/>
              </a:lnSpc>
              <a:spcBef>
                <a:spcPts val="500"/>
              </a:spcBef>
            </a:pPr>
            <a:r>
              <a:rPr dirty="0" sz="1450" spc="120">
                <a:solidFill>
                  <a:srgbClr val="67524F"/>
                </a:solidFill>
                <a:latin typeface="Tahoma"/>
                <a:cs typeface="Tahoma"/>
              </a:rPr>
              <a:t>Build</a:t>
            </a:r>
            <a:r>
              <a:rPr dirty="0" sz="14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0">
                <a:solidFill>
                  <a:srgbClr val="67524F"/>
                </a:solidFill>
                <a:latin typeface="Tahoma"/>
                <a:cs typeface="Tahoma"/>
              </a:rPr>
              <a:t>a</a:t>
            </a:r>
            <a:r>
              <a:rPr dirty="0" sz="14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10">
                <a:solidFill>
                  <a:srgbClr val="67524F"/>
                </a:solidFill>
                <a:latin typeface="Tahoma"/>
                <a:cs typeface="Tahoma"/>
              </a:rPr>
              <a:t>production-</a:t>
            </a:r>
            <a:r>
              <a:rPr dirty="0" sz="1450" spc="85">
                <a:solidFill>
                  <a:srgbClr val="67524F"/>
                </a:solidFill>
                <a:latin typeface="Tahoma"/>
                <a:cs typeface="Tahoma"/>
              </a:rPr>
              <a:t>ready</a:t>
            </a:r>
            <a:r>
              <a:rPr dirty="0" sz="1450" spc="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5">
                <a:solidFill>
                  <a:srgbClr val="67524F"/>
                </a:solidFill>
                <a:latin typeface="Tahoma"/>
                <a:cs typeface="Tahoma"/>
              </a:rPr>
              <a:t>Streamlit </a:t>
            </a:r>
            <a:r>
              <a:rPr dirty="0" sz="1450" spc="150">
                <a:solidFill>
                  <a:srgbClr val="67524F"/>
                </a:solidFill>
                <a:latin typeface="Tahoma"/>
                <a:cs typeface="Tahoma"/>
              </a:rPr>
              <a:t>web</a:t>
            </a:r>
            <a:r>
              <a:rPr dirty="0" sz="14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40">
                <a:solidFill>
                  <a:srgbClr val="67524F"/>
                </a:solidFill>
                <a:latin typeface="Tahoma"/>
                <a:cs typeface="Tahoma"/>
              </a:rPr>
              <a:t>app</a:t>
            </a:r>
            <a:r>
              <a:rPr dirty="0" sz="145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14">
                <a:solidFill>
                  <a:srgbClr val="67524F"/>
                </a:solidFill>
                <a:latin typeface="Tahoma"/>
                <a:cs typeface="Tahoma"/>
              </a:rPr>
              <a:t>with</a:t>
            </a:r>
            <a:r>
              <a:rPr dirty="0" sz="14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85">
                <a:solidFill>
                  <a:srgbClr val="67524F"/>
                </a:solidFill>
                <a:latin typeface="Tahoma"/>
                <a:cs typeface="Tahoma"/>
              </a:rPr>
              <a:t>CNN</a:t>
            </a:r>
            <a:r>
              <a:rPr dirty="0" sz="14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4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accurate</a:t>
            </a:r>
            <a:r>
              <a:rPr dirty="0" sz="1450" spc="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35">
                <a:solidFill>
                  <a:srgbClr val="67524F"/>
                </a:solidFill>
                <a:latin typeface="Tahoma"/>
                <a:cs typeface="Tahoma"/>
              </a:rPr>
              <a:t>leaf </a:t>
            </a:r>
            <a:r>
              <a:rPr dirty="0" sz="1450" spc="80">
                <a:solidFill>
                  <a:srgbClr val="67524F"/>
                </a:solidFill>
                <a:latin typeface="Tahoma"/>
                <a:cs typeface="Tahoma"/>
              </a:rPr>
              <a:t>disease</a:t>
            </a:r>
            <a:r>
              <a:rPr dirty="0" sz="1450" spc="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67524F"/>
                </a:solidFill>
                <a:latin typeface="Tahoma"/>
                <a:cs typeface="Tahoma"/>
              </a:rPr>
              <a:t>classification</a:t>
            </a:r>
            <a:r>
              <a:rPr dirty="0" sz="1450" spc="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0">
                <a:solidFill>
                  <a:srgbClr val="67524F"/>
                </a:solidFill>
                <a:latin typeface="Tahoma"/>
                <a:cs typeface="Tahoma"/>
              </a:rPr>
              <a:t>in</a:t>
            </a:r>
            <a:r>
              <a:rPr dirty="0" sz="145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0">
                <a:solidFill>
                  <a:srgbClr val="67524F"/>
                </a:solidFill>
                <a:latin typeface="Tahoma"/>
                <a:cs typeface="Tahoma"/>
              </a:rPr>
              <a:t>rice</a:t>
            </a:r>
            <a:r>
              <a:rPr dirty="0" sz="14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5">
                <a:solidFill>
                  <a:srgbClr val="67524F"/>
                </a:solidFill>
                <a:latin typeface="Tahoma"/>
                <a:cs typeface="Tahoma"/>
              </a:rPr>
              <a:t>and </a:t>
            </a:r>
            <a:r>
              <a:rPr dirty="0" sz="1450" spc="100">
                <a:solidFill>
                  <a:srgbClr val="67524F"/>
                </a:solidFill>
                <a:latin typeface="Tahoma"/>
                <a:cs typeface="Tahoma"/>
              </a:rPr>
              <a:t>pulse</a:t>
            </a:r>
            <a:r>
              <a:rPr dirty="0" sz="14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67524F"/>
                </a:solidFill>
                <a:latin typeface="Tahoma"/>
                <a:cs typeface="Tahoma"/>
              </a:rPr>
              <a:t>crops.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0152888" y="3169920"/>
            <a:ext cx="3816350" cy="2432685"/>
            <a:chOff x="10152888" y="3169920"/>
            <a:chExt cx="3816350" cy="2432685"/>
          </a:xfrm>
        </p:grpSpPr>
        <p:sp>
          <p:nvSpPr>
            <p:cNvPr id="9" name="object 9" descr=""/>
            <p:cNvSpPr/>
            <p:nvPr/>
          </p:nvSpPr>
          <p:spPr>
            <a:xfrm>
              <a:off x="10152888" y="3465576"/>
              <a:ext cx="3816350" cy="2136775"/>
            </a:xfrm>
            <a:custGeom>
              <a:avLst/>
              <a:gdLst/>
              <a:ahLst/>
              <a:cxnLst/>
              <a:rect l="l" t="t" r="r" b="b"/>
              <a:pathLst>
                <a:path w="3816350" h="2136775">
                  <a:moveTo>
                    <a:pt x="3706240" y="0"/>
                  </a:moveTo>
                  <a:lnTo>
                    <a:pt x="109854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4"/>
                  </a:lnTo>
                  <a:lnTo>
                    <a:pt x="0" y="2026793"/>
                  </a:lnTo>
                  <a:lnTo>
                    <a:pt x="8628" y="2069568"/>
                  </a:lnTo>
                  <a:lnTo>
                    <a:pt x="32162" y="2104485"/>
                  </a:lnTo>
                  <a:lnTo>
                    <a:pt x="67079" y="2128019"/>
                  </a:lnTo>
                  <a:lnTo>
                    <a:pt x="109854" y="2136648"/>
                  </a:lnTo>
                  <a:lnTo>
                    <a:pt x="3706240" y="2136648"/>
                  </a:lnTo>
                  <a:lnTo>
                    <a:pt x="3749016" y="2128019"/>
                  </a:lnTo>
                  <a:lnTo>
                    <a:pt x="3783933" y="2104485"/>
                  </a:lnTo>
                  <a:lnTo>
                    <a:pt x="3807467" y="2069568"/>
                  </a:lnTo>
                  <a:lnTo>
                    <a:pt x="3816096" y="2026793"/>
                  </a:lnTo>
                  <a:lnTo>
                    <a:pt x="3816096" y="109854"/>
                  </a:lnTo>
                  <a:lnTo>
                    <a:pt x="3807467" y="67079"/>
                  </a:lnTo>
                  <a:lnTo>
                    <a:pt x="3783933" y="32162"/>
                  </a:lnTo>
                  <a:lnTo>
                    <a:pt x="3749016" y="8628"/>
                  </a:lnTo>
                  <a:lnTo>
                    <a:pt x="3706240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152888" y="3169919"/>
              <a:ext cx="3816350" cy="570230"/>
            </a:xfrm>
            <a:custGeom>
              <a:avLst/>
              <a:gdLst/>
              <a:ahLst/>
              <a:cxnLst/>
              <a:rect l="l" t="t" r="r" b="b"/>
              <a:pathLst>
                <a:path w="3816350" h="570229">
                  <a:moveTo>
                    <a:pt x="3816096" y="307848"/>
                  </a:moveTo>
                  <a:lnTo>
                    <a:pt x="3812502" y="290042"/>
                  </a:lnTo>
                  <a:lnTo>
                    <a:pt x="3802710" y="275513"/>
                  </a:lnTo>
                  <a:lnTo>
                    <a:pt x="3788181" y="265722"/>
                  </a:lnTo>
                  <a:lnTo>
                    <a:pt x="3770376" y="262128"/>
                  </a:lnTo>
                  <a:lnTo>
                    <a:pt x="2189784" y="262128"/>
                  </a:lnTo>
                  <a:lnTo>
                    <a:pt x="2187791" y="237477"/>
                  </a:lnTo>
                  <a:lnTo>
                    <a:pt x="2177059" y="193865"/>
                  </a:lnTo>
                  <a:lnTo>
                    <a:pt x="2159876" y="153187"/>
                  </a:lnTo>
                  <a:lnTo>
                    <a:pt x="2136825" y="116039"/>
                  </a:lnTo>
                  <a:lnTo>
                    <a:pt x="2108492" y="83019"/>
                  </a:lnTo>
                  <a:lnTo>
                    <a:pt x="2075472" y="54686"/>
                  </a:lnTo>
                  <a:lnTo>
                    <a:pt x="2038324" y="31635"/>
                  </a:lnTo>
                  <a:lnTo>
                    <a:pt x="1997659" y="14452"/>
                  </a:lnTo>
                  <a:lnTo>
                    <a:pt x="1954034" y="3721"/>
                  </a:lnTo>
                  <a:lnTo>
                    <a:pt x="1908048" y="0"/>
                  </a:lnTo>
                  <a:lnTo>
                    <a:pt x="1862048" y="3721"/>
                  </a:lnTo>
                  <a:lnTo>
                    <a:pt x="1818424" y="14452"/>
                  </a:lnTo>
                  <a:lnTo>
                    <a:pt x="1777758" y="31635"/>
                  </a:lnTo>
                  <a:lnTo>
                    <a:pt x="1740611" y="54686"/>
                  </a:lnTo>
                  <a:lnTo>
                    <a:pt x="1707591" y="83019"/>
                  </a:lnTo>
                  <a:lnTo>
                    <a:pt x="1679257" y="116039"/>
                  </a:lnTo>
                  <a:lnTo>
                    <a:pt x="1656207" y="153187"/>
                  </a:lnTo>
                  <a:lnTo>
                    <a:pt x="1639023" y="193865"/>
                  </a:lnTo>
                  <a:lnTo>
                    <a:pt x="1628292" y="237477"/>
                  </a:lnTo>
                  <a:lnTo>
                    <a:pt x="1626298" y="262128"/>
                  </a:lnTo>
                  <a:lnTo>
                    <a:pt x="45720" y="262128"/>
                  </a:lnTo>
                  <a:lnTo>
                    <a:pt x="27901" y="265722"/>
                  </a:lnTo>
                  <a:lnTo>
                    <a:pt x="13373" y="275513"/>
                  </a:lnTo>
                  <a:lnTo>
                    <a:pt x="3581" y="290042"/>
                  </a:lnTo>
                  <a:lnTo>
                    <a:pt x="0" y="307848"/>
                  </a:lnTo>
                  <a:lnTo>
                    <a:pt x="3581" y="325666"/>
                  </a:lnTo>
                  <a:lnTo>
                    <a:pt x="13373" y="340194"/>
                  </a:lnTo>
                  <a:lnTo>
                    <a:pt x="27901" y="349986"/>
                  </a:lnTo>
                  <a:lnTo>
                    <a:pt x="45720" y="353568"/>
                  </a:lnTo>
                  <a:lnTo>
                    <a:pt x="1633461" y="353568"/>
                  </a:lnTo>
                  <a:lnTo>
                    <a:pt x="1639023" y="376123"/>
                  </a:lnTo>
                  <a:lnTo>
                    <a:pt x="1656207" y="416801"/>
                  </a:lnTo>
                  <a:lnTo>
                    <a:pt x="1679257" y="453948"/>
                  </a:lnTo>
                  <a:lnTo>
                    <a:pt x="1707591" y="486968"/>
                  </a:lnTo>
                  <a:lnTo>
                    <a:pt x="1740611" y="515302"/>
                  </a:lnTo>
                  <a:lnTo>
                    <a:pt x="1777758" y="538353"/>
                  </a:lnTo>
                  <a:lnTo>
                    <a:pt x="1818436" y="555536"/>
                  </a:lnTo>
                  <a:lnTo>
                    <a:pt x="1862048" y="566267"/>
                  </a:lnTo>
                  <a:lnTo>
                    <a:pt x="1908048" y="569976"/>
                  </a:lnTo>
                  <a:lnTo>
                    <a:pt x="1954034" y="566267"/>
                  </a:lnTo>
                  <a:lnTo>
                    <a:pt x="1997659" y="555536"/>
                  </a:lnTo>
                  <a:lnTo>
                    <a:pt x="2038324" y="538353"/>
                  </a:lnTo>
                  <a:lnTo>
                    <a:pt x="2075472" y="515302"/>
                  </a:lnTo>
                  <a:lnTo>
                    <a:pt x="2108492" y="486968"/>
                  </a:lnTo>
                  <a:lnTo>
                    <a:pt x="2136825" y="453948"/>
                  </a:lnTo>
                  <a:lnTo>
                    <a:pt x="2159876" y="416801"/>
                  </a:lnTo>
                  <a:lnTo>
                    <a:pt x="2177059" y="376123"/>
                  </a:lnTo>
                  <a:lnTo>
                    <a:pt x="2182609" y="353568"/>
                  </a:lnTo>
                  <a:lnTo>
                    <a:pt x="3770376" y="353568"/>
                  </a:lnTo>
                  <a:lnTo>
                    <a:pt x="3788181" y="349986"/>
                  </a:lnTo>
                  <a:lnTo>
                    <a:pt x="3802710" y="340194"/>
                  </a:lnTo>
                  <a:lnTo>
                    <a:pt x="3812502" y="325666"/>
                  </a:lnTo>
                  <a:lnTo>
                    <a:pt x="3816096" y="307848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931657" y="3335528"/>
            <a:ext cx="414972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7645" algn="l"/>
              </a:tabLst>
            </a:pPr>
            <a:r>
              <a:rPr dirty="0" sz="1750" spc="-490">
                <a:latin typeface="Tahoma"/>
                <a:cs typeface="Tahoma"/>
              </a:rPr>
              <a:t>1</a:t>
            </a:r>
            <a:r>
              <a:rPr dirty="0" sz="1750">
                <a:latin typeface="Tahoma"/>
                <a:cs typeface="Tahoma"/>
              </a:rPr>
              <a:t>	</a:t>
            </a:r>
            <a:r>
              <a:rPr dirty="0" sz="1750" spc="-50">
                <a:latin typeface="Tahoma"/>
                <a:cs typeface="Tahoma"/>
              </a:rPr>
              <a:t>2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354436" y="3961841"/>
            <a:ext cx="3334385" cy="12801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100" spc="55">
                <a:solidFill>
                  <a:srgbClr val="67524F"/>
                </a:solidFill>
                <a:latin typeface="Tahoma"/>
                <a:cs typeface="Tahoma"/>
              </a:rPr>
              <a:t>Key</a:t>
            </a:r>
            <a:r>
              <a:rPr dirty="0" sz="210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7524F"/>
                </a:solidFill>
                <a:latin typeface="Tahoma"/>
                <a:cs typeface="Tahoma"/>
              </a:rPr>
              <a:t>Highlights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1100"/>
              </a:lnSpc>
              <a:spcBef>
                <a:spcPts val="500"/>
              </a:spcBef>
            </a:pPr>
            <a:r>
              <a:rPr dirty="0" sz="1450" spc="140">
                <a:solidFill>
                  <a:srgbClr val="67524F"/>
                </a:solidFill>
                <a:latin typeface="Tahoma"/>
                <a:cs typeface="Tahoma"/>
              </a:rPr>
              <a:t>Custom</a:t>
            </a:r>
            <a:r>
              <a:rPr dirty="0" sz="14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5">
                <a:solidFill>
                  <a:srgbClr val="67524F"/>
                </a:solidFill>
                <a:latin typeface="Tahoma"/>
                <a:cs typeface="Tahoma"/>
              </a:rPr>
              <a:t>CNN,</a:t>
            </a:r>
            <a:r>
              <a:rPr dirty="0" sz="14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Streamlit</a:t>
            </a:r>
            <a:r>
              <a:rPr dirty="0" sz="145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67524F"/>
                </a:solidFill>
                <a:latin typeface="Tahoma"/>
                <a:cs typeface="Tahoma"/>
              </a:rPr>
              <a:t>UI,</a:t>
            </a:r>
            <a:r>
              <a:rPr dirty="0" sz="14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3</a:t>
            </a:r>
            <a:r>
              <a:rPr dirty="0" sz="14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67524F"/>
                </a:solidFill>
                <a:latin typeface="Tahoma"/>
                <a:cs typeface="Tahoma"/>
              </a:rPr>
              <a:t>disease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classes,</a:t>
            </a:r>
            <a:r>
              <a:rPr dirty="0" sz="1450" spc="1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95">
                <a:solidFill>
                  <a:srgbClr val="67524F"/>
                </a:solidFill>
                <a:latin typeface="Tahoma"/>
                <a:cs typeface="Tahoma"/>
              </a:rPr>
              <a:t>PDF</a:t>
            </a:r>
            <a:r>
              <a:rPr dirty="0" sz="1450" spc="-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67524F"/>
                </a:solidFill>
                <a:latin typeface="Tahoma"/>
                <a:cs typeface="Tahoma"/>
              </a:rPr>
              <a:t>reports,</a:t>
            </a:r>
            <a:r>
              <a:rPr dirty="0" sz="1450" spc="1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AI</a:t>
            </a:r>
            <a:r>
              <a:rPr dirty="0" sz="1450" spc="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0">
                <a:solidFill>
                  <a:srgbClr val="67524F"/>
                </a:solidFill>
                <a:latin typeface="Tahoma"/>
                <a:cs typeface="Tahoma"/>
              </a:rPr>
              <a:t>Chatbot, </a:t>
            </a:r>
            <a:r>
              <a:rPr dirty="0" sz="1450" spc="100">
                <a:solidFill>
                  <a:srgbClr val="67524F"/>
                </a:solidFill>
                <a:latin typeface="Tahoma"/>
                <a:cs typeface="Tahoma"/>
              </a:rPr>
              <a:t>Secure</a:t>
            </a:r>
            <a:r>
              <a:rPr dirty="0" sz="14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65">
                <a:solidFill>
                  <a:srgbClr val="67524F"/>
                </a:solidFill>
                <a:latin typeface="Tahoma"/>
                <a:cs typeface="Tahoma"/>
              </a:rPr>
              <a:t>Auth.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147815" y="5779008"/>
            <a:ext cx="7821295" cy="1682750"/>
            <a:chOff x="6147815" y="5779008"/>
            <a:chExt cx="7821295" cy="1682750"/>
          </a:xfrm>
        </p:grpSpPr>
        <p:sp>
          <p:nvSpPr>
            <p:cNvPr id="14" name="object 14" descr=""/>
            <p:cNvSpPr/>
            <p:nvPr/>
          </p:nvSpPr>
          <p:spPr>
            <a:xfrm>
              <a:off x="6147815" y="6062472"/>
              <a:ext cx="7821295" cy="1399540"/>
            </a:xfrm>
            <a:custGeom>
              <a:avLst/>
              <a:gdLst/>
              <a:ahLst/>
              <a:cxnLst/>
              <a:rect l="l" t="t" r="r" b="b"/>
              <a:pathLst>
                <a:path w="7821294" h="1399540">
                  <a:moveTo>
                    <a:pt x="7711313" y="0"/>
                  </a:moveTo>
                  <a:lnTo>
                    <a:pt x="109855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4"/>
                  </a:lnTo>
                  <a:lnTo>
                    <a:pt x="0" y="1289202"/>
                  </a:lnTo>
                  <a:lnTo>
                    <a:pt x="8628" y="1331952"/>
                  </a:lnTo>
                  <a:lnTo>
                    <a:pt x="32162" y="1366862"/>
                  </a:lnTo>
                  <a:lnTo>
                    <a:pt x="67079" y="1390400"/>
                  </a:lnTo>
                  <a:lnTo>
                    <a:pt x="109855" y="1399032"/>
                  </a:lnTo>
                  <a:lnTo>
                    <a:pt x="7711313" y="1399032"/>
                  </a:lnTo>
                  <a:lnTo>
                    <a:pt x="7754088" y="1390400"/>
                  </a:lnTo>
                  <a:lnTo>
                    <a:pt x="7789005" y="1366862"/>
                  </a:lnTo>
                  <a:lnTo>
                    <a:pt x="7812539" y="1331952"/>
                  </a:lnTo>
                  <a:lnTo>
                    <a:pt x="7821168" y="1289202"/>
                  </a:lnTo>
                  <a:lnTo>
                    <a:pt x="7821168" y="109854"/>
                  </a:lnTo>
                  <a:lnTo>
                    <a:pt x="7812539" y="67079"/>
                  </a:lnTo>
                  <a:lnTo>
                    <a:pt x="7789005" y="32162"/>
                  </a:lnTo>
                  <a:lnTo>
                    <a:pt x="7754088" y="8628"/>
                  </a:lnTo>
                  <a:lnTo>
                    <a:pt x="7711313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47816" y="5779007"/>
              <a:ext cx="7821295" cy="567055"/>
            </a:xfrm>
            <a:custGeom>
              <a:avLst/>
              <a:gdLst/>
              <a:ahLst/>
              <a:cxnLst/>
              <a:rect l="l" t="t" r="r" b="b"/>
              <a:pathLst>
                <a:path w="7821294" h="567054">
                  <a:moveTo>
                    <a:pt x="7821168" y="307848"/>
                  </a:moveTo>
                  <a:lnTo>
                    <a:pt x="7817574" y="290042"/>
                  </a:lnTo>
                  <a:lnTo>
                    <a:pt x="7807782" y="275513"/>
                  </a:lnTo>
                  <a:lnTo>
                    <a:pt x="7793253" y="265722"/>
                  </a:lnTo>
                  <a:lnTo>
                    <a:pt x="7775448" y="262128"/>
                  </a:lnTo>
                  <a:lnTo>
                    <a:pt x="4192320" y="262128"/>
                  </a:lnTo>
                  <a:lnTo>
                    <a:pt x="4190327" y="237477"/>
                  </a:lnTo>
                  <a:lnTo>
                    <a:pt x="4179595" y="193852"/>
                  </a:lnTo>
                  <a:lnTo>
                    <a:pt x="4162412" y="153187"/>
                  </a:lnTo>
                  <a:lnTo>
                    <a:pt x="4139361" y="116039"/>
                  </a:lnTo>
                  <a:lnTo>
                    <a:pt x="4111028" y="83019"/>
                  </a:lnTo>
                  <a:lnTo>
                    <a:pt x="4078008" y="54686"/>
                  </a:lnTo>
                  <a:lnTo>
                    <a:pt x="4040860" y="31635"/>
                  </a:lnTo>
                  <a:lnTo>
                    <a:pt x="4000195" y="14452"/>
                  </a:lnTo>
                  <a:lnTo>
                    <a:pt x="3956570" y="3721"/>
                  </a:lnTo>
                  <a:lnTo>
                    <a:pt x="3910584" y="0"/>
                  </a:lnTo>
                  <a:lnTo>
                    <a:pt x="3864584" y="3721"/>
                  </a:lnTo>
                  <a:lnTo>
                    <a:pt x="3820972" y="14452"/>
                  </a:lnTo>
                  <a:lnTo>
                    <a:pt x="3780294" y="31635"/>
                  </a:lnTo>
                  <a:lnTo>
                    <a:pt x="3743147" y="54686"/>
                  </a:lnTo>
                  <a:lnTo>
                    <a:pt x="3710127" y="83019"/>
                  </a:lnTo>
                  <a:lnTo>
                    <a:pt x="3681793" y="116039"/>
                  </a:lnTo>
                  <a:lnTo>
                    <a:pt x="3658743" y="153187"/>
                  </a:lnTo>
                  <a:lnTo>
                    <a:pt x="3641560" y="193852"/>
                  </a:lnTo>
                  <a:lnTo>
                    <a:pt x="3630828" y="237477"/>
                  </a:lnTo>
                  <a:lnTo>
                    <a:pt x="3628834" y="262128"/>
                  </a:lnTo>
                  <a:lnTo>
                    <a:pt x="45720" y="262128"/>
                  </a:lnTo>
                  <a:lnTo>
                    <a:pt x="27901" y="265722"/>
                  </a:lnTo>
                  <a:lnTo>
                    <a:pt x="13373" y="275513"/>
                  </a:lnTo>
                  <a:lnTo>
                    <a:pt x="3581" y="290042"/>
                  </a:lnTo>
                  <a:lnTo>
                    <a:pt x="0" y="307848"/>
                  </a:lnTo>
                  <a:lnTo>
                    <a:pt x="3581" y="325666"/>
                  </a:lnTo>
                  <a:lnTo>
                    <a:pt x="13373" y="340194"/>
                  </a:lnTo>
                  <a:lnTo>
                    <a:pt x="27901" y="349986"/>
                  </a:lnTo>
                  <a:lnTo>
                    <a:pt x="45720" y="353568"/>
                  </a:lnTo>
                  <a:lnTo>
                    <a:pt x="3636746" y="353568"/>
                  </a:lnTo>
                  <a:lnTo>
                    <a:pt x="3641560" y="373087"/>
                  </a:lnTo>
                  <a:lnTo>
                    <a:pt x="3658743" y="413753"/>
                  </a:lnTo>
                  <a:lnTo>
                    <a:pt x="3681793" y="450900"/>
                  </a:lnTo>
                  <a:lnTo>
                    <a:pt x="3710127" y="483920"/>
                  </a:lnTo>
                  <a:lnTo>
                    <a:pt x="3743147" y="512254"/>
                  </a:lnTo>
                  <a:lnTo>
                    <a:pt x="3780294" y="535305"/>
                  </a:lnTo>
                  <a:lnTo>
                    <a:pt x="3820972" y="552488"/>
                  </a:lnTo>
                  <a:lnTo>
                    <a:pt x="3864584" y="563219"/>
                  </a:lnTo>
                  <a:lnTo>
                    <a:pt x="3910584" y="566928"/>
                  </a:lnTo>
                  <a:lnTo>
                    <a:pt x="3956570" y="563219"/>
                  </a:lnTo>
                  <a:lnTo>
                    <a:pt x="4000195" y="552488"/>
                  </a:lnTo>
                  <a:lnTo>
                    <a:pt x="4040860" y="535305"/>
                  </a:lnTo>
                  <a:lnTo>
                    <a:pt x="4078008" y="512254"/>
                  </a:lnTo>
                  <a:lnTo>
                    <a:pt x="4111028" y="483920"/>
                  </a:lnTo>
                  <a:lnTo>
                    <a:pt x="4139361" y="450900"/>
                  </a:lnTo>
                  <a:lnTo>
                    <a:pt x="4162412" y="413753"/>
                  </a:lnTo>
                  <a:lnTo>
                    <a:pt x="4179595" y="373087"/>
                  </a:lnTo>
                  <a:lnTo>
                    <a:pt x="4184396" y="353568"/>
                  </a:lnTo>
                  <a:lnTo>
                    <a:pt x="7775448" y="353568"/>
                  </a:lnTo>
                  <a:lnTo>
                    <a:pt x="7793253" y="349986"/>
                  </a:lnTo>
                  <a:lnTo>
                    <a:pt x="7807782" y="340194"/>
                  </a:lnTo>
                  <a:lnTo>
                    <a:pt x="7817574" y="325666"/>
                  </a:lnTo>
                  <a:lnTo>
                    <a:pt x="7821168" y="307848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349110" y="5944616"/>
            <a:ext cx="7028180" cy="132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80035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Tahoma"/>
                <a:cs typeface="Tahoma"/>
              </a:rPr>
              <a:t>3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50">
                <a:solidFill>
                  <a:srgbClr val="67524F"/>
                </a:solidFill>
                <a:latin typeface="Tahoma"/>
                <a:cs typeface="Tahoma"/>
              </a:rPr>
              <a:t>Target</a:t>
            </a:r>
            <a:r>
              <a:rPr dirty="0" sz="210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67524F"/>
                </a:solidFill>
                <a:latin typeface="Tahoma"/>
                <a:cs typeface="Tahoma"/>
              </a:rPr>
              <a:t>Users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450" spc="80">
                <a:solidFill>
                  <a:srgbClr val="67524F"/>
                </a:solidFill>
                <a:latin typeface="Tahoma"/>
                <a:cs typeface="Tahoma"/>
              </a:rPr>
              <a:t>Farmers,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0">
                <a:solidFill>
                  <a:srgbClr val="67524F"/>
                </a:solidFill>
                <a:latin typeface="Tahoma"/>
                <a:cs typeface="Tahoma"/>
              </a:rPr>
              <a:t>Agricultural</a:t>
            </a:r>
            <a:r>
              <a:rPr dirty="0" sz="1450" spc="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Extension</a:t>
            </a:r>
            <a:r>
              <a:rPr dirty="0" sz="145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45">
                <a:solidFill>
                  <a:srgbClr val="67524F"/>
                </a:solidFill>
                <a:latin typeface="Tahoma"/>
                <a:cs typeface="Tahoma"/>
              </a:rPr>
              <a:t>Officers,</a:t>
            </a:r>
            <a:r>
              <a:rPr dirty="0" sz="1450" spc="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Agronomists,</a:t>
            </a:r>
            <a:r>
              <a:rPr dirty="0" sz="145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Research</a:t>
            </a:r>
            <a:r>
              <a:rPr dirty="0" sz="1450" spc="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45">
                <a:solidFill>
                  <a:srgbClr val="67524F"/>
                </a:solidFill>
                <a:latin typeface="Tahoma"/>
                <a:cs typeface="Tahoma"/>
              </a:rPr>
              <a:t>Institutions.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2685776" y="7540752"/>
            <a:ext cx="1950720" cy="594360"/>
            <a:chOff x="12685776" y="7540752"/>
            <a:chExt cx="1950720" cy="594360"/>
          </a:xfrm>
        </p:grpSpPr>
        <p:sp>
          <p:nvSpPr>
            <p:cNvPr id="18" name="object 18" descr=""/>
            <p:cNvSpPr/>
            <p:nvPr/>
          </p:nvSpPr>
          <p:spPr>
            <a:xfrm>
              <a:off x="12691872" y="7546848"/>
              <a:ext cx="1938655" cy="582295"/>
            </a:xfrm>
            <a:custGeom>
              <a:avLst/>
              <a:gdLst/>
              <a:ahLst/>
              <a:cxnLst/>
              <a:rect l="l" t="t" r="r" b="b"/>
              <a:pathLst>
                <a:path w="1938655" h="582295">
                  <a:moveTo>
                    <a:pt x="1841499" y="0"/>
                  </a:moveTo>
                  <a:lnTo>
                    <a:pt x="97027" y="0"/>
                  </a:lnTo>
                  <a:lnTo>
                    <a:pt x="59257" y="7625"/>
                  </a:lnTo>
                  <a:lnTo>
                    <a:pt x="28416" y="28421"/>
                  </a:lnTo>
                  <a:lnTo>
                    <a:pt x="7623" y="59262"/>
                  </a:lnTo>
                  <a:lnTo>
                    <a:pt x="0" y="97027"/>
                  </a:lnTo>
                  <a:lnTo>
                    <a:pt x="0" y="485139"/>
                  </a:lnTo>
                  <a:lnTo>
                    <a:pt x="7623" y="522905"/>
                  </a:lnTo>
                  <a:lnTo>
                    <a:pt x="28416" y="553746"/>
                  </a:lnTo>
                  <a:lnTo>
                    <a:pt x="59257" y="574542"/>
                  </a:lnTo>
                  <a:lnTo>
                    <a:pt x="97027" y="582167"/>
                  </a:lnTo>
                  <a:lnTo>
                    <a:pt x="1841499" y="582167"/>
                  </a:lnTo>
                  <a:lnTo>
                    <a:pt x="1879270" y="574542"/>
                  </a:lnTo>
                  <a:lnTo>
                    <a:pt x="1910111" y="553746"/>
                  </a:lnTo>
                  <a:lnTo>
                    <a:pt x="1930904" y="522905"/>
                  </a:lnTo>
                  <a:lnTo>
                    <a:pt x="1938527" y="485139"/>
                  </a:lnTo>
                  <a:lnTo>
                    <a:pt x="1938527" y="97027"/>
                  </a:lnTo>
                  <a:lnTo>
                    <a:pt x="1930904" y="59262"/>
                  </a:lnTo>
                  <a:lnTo>
                    <a:pt x="1910111" y="28421"/>
                  </a:lnTo>
                  <a:lnTo>
                    <a:pt x="1879270" y="7625"/>
                  </a:lnTo>
                  <a:lnTo>
                    <a:pt x="18414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691872" y="7546848"/>
              <a:ext cx="1938655" cy="582295"/>
            </a:xfrm>
            <a:custGeom>
              <a:avLst/>
              <a:gdLst/>
              <a:ahLst/>
              <a:cxnLst/>
              <a:rect l="l" t="t" r="r" b="b"/>
              <a:pathLst>
                <a:path w="1938655" h="582295">
                  <a:moveTo>
                    <a:pt x="0" y="97027"/>
                  </a:moveTo>
                  <a:lnTo>
                    <a:pt x="7623" y="59262"/>
                  </a:lnTo>
                  <a:lnTo>
                    <a:pt x="28416" y="28421"/>
                  </a:lnTo>
                  <a:lnTo>
                    <a:pt x="59257" y="7625"/>
                  </a:lnTo>
                  <a:lnTo>
                    <a:pt x="97027" y="0"/>
                  </a:lnTo>
                  <a:lnTo>
                    <a:pt x="1841499" y="0"/>
                  </a:lnTo>
                  <a:lnTo>
                    <a:pt x="1879270" y="7625"/>
                  </a:lnTo>
                  <a:lnTo>
                    <a:pt x="1910111" y="28421"/>
                  </a:lnTo>
                  <a:lnTo>
                    <a:pt x="1930904" y="59262"/>
                  </a:lnTo>
                  <a:lnTo>
                    <a:pt x="1938527" y="97027"/>
                  </a:lnTo>
                  <a:lnTo>
                    <a:pt x="1938527" y="485139"/>
                  </a:lnTo>
                  <a:lnTo>
                    <a:pt x="1930904" y="522905"/>
                  </a:lnTo>
                  <a:lnTo>
                    <a:pt x="1910111" y="553746"/>
                  </a:lnTo>
                  <a:lnTo>
                    <a:pt x="1879270" y="574542"/>
                  </a:lnTo>
                  <a:lnTo>
                    <a:pt x="1841499" y="582167"/>
                  </a:lnTo>
                  <a:lnTo>
                    <a:pt x="97027" y="582167"/>
                  </a:lnTo>
                  <a:lnTo>
                    <a:pt x="59257" y="574542"/>
                  </a:lnTo>
                  <a:lnTo>
                    <a:pt x="28416" y="553746"/>
                  </a:lnTo>
                  <a:lnTo>
                    <a:pt x="7623" y="522905"/>
                  </a:lnTo>
                  <a:lnTo>
                    <a:pt x="0" y="485139"/>
                  </a:lnTo>
                  <a:lnTo>
                    <a:pt x="0" y="97027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540752"/>
            <a:ext cx="1950720" cy="695325"/>
            <a:chOff x="12685776" y="7540752"/>
            <a:chExt cx="1950720" cy="695325"/>
          </a:xfrm>
        </p:grpSpPr>
        <p:sp>
          <p:nvSpPr>
            <p:cNvPr id="3" name="object 3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1"/>
                  </a:lnTo>
                  <a:lnTo>
                    <a:pt x="0" y="568957"/>
                  </a:lnTo>
                  <a:lnTo>
                    <a:pt x="8939" y="613250"/>
                  </a:lnTo>
                  <a:lnTo>
                    <a:pt x="33321" y="649421"/>
                  </a:lnTo>
                  <a:lnTo>
                    <a:pt x="69490" y="673808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8"/>
                  </a:lnTo>
                  <a:lnTo>
                    <a:pt x="1905206" y="649421"/>
                  </a:lnTo>
                  <a:lnTo>
                    <a:pt x="1929588" y="613250"/>
                  </a:lnTo>
                  <a:lnTo>
                    <a:pt x="1938527" y="568957"/>
                  </a:lnTo>
                  <a:lnTo>
                    <a:pt x="1938527" y="113791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1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1"/>
                  </a:lnTo>
                  <a:lnTo>
                    <a:pt x="1938527" y="568957"/>
                  </a:lnTo>
                  <a:lnTo>
                    <a:pt x="1929588" y="613250"/>
                  </a:lnTo>
                  <a:lnTo>
                    <a:pt x="1905206" y="649421"/>
                  </a:lnTo>
                  <a:lnTo>
                    <a:pt x="1869037" y="673808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8"/>
                  </a:lnTo>
                  <a:lnTo>
                    <a:pt x="33321" y="649421"/>
                  </a:lnTo>
                  <a:lnTo>
                    <a:pt x="8939" y="613250"/>
                  </a:lnTo>
                  <a:lnTo>
                    <a:pt x="0" y="568957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0" spc="80"/>
              <a:t>Problem</a:t>
            </a:r>
            <a:r>
              <a:rPr dirty="0" sz="5000" spc="-90"/>
              <a:t> </a:t>
            </a:r>
            <a:r>
              <a:rPr dirty="0" sz="5000"/>
              <a:t>Statement:</a:t>
            </a:r>
            <a:r>
              <a:rPr dirty="0" sz="5000" spc="-55"/>
              <a:t> </a:t>
            </a:r>
            <a:r>
              <a:rPr dirty="0" sz="5000" spc="120"/>
              <a:t>Agricultural</a:t>
            </a:r>
            <a:r>
              <a:rPr dirty="0" sz="5000" spc="-80"/>
              <a:t> </a:t>
            </a:r>
            <a:r>
              <a:rPr dirty="0" sz="5000" spc="-140"/>
              <a:t>Losses</a:t>
            </a:r>
            <a:endParaRPr sz="5000"/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66978" y="1585925"/>
            <a:ext cx="11979910" cy="4012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55">
                <a:solidFill>
                  <a:srgbClr val="522317"/>
                </a:solidFill>
                <a:latin typeface="Tahoma"/>
                <a:cs typeface="Tahoma"/>
              </a:rPr>
              <a:t>Problem</a:t>
            </a:r>
            <a:r>
              <a:rPr dirty="0" sz="3000" spc="-3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522317"/>
                </a:solidFill>
                <a:latin typeface="Tahoma"/>
                <a:cs typeface="Tahoma"/>
              </a:rPr>
              <a:t>Statement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28899"/>
              </a:lnSpc>
              <a:spcBef>
                <a:spcPts val="2130"/>
              </a:spcBef>
            </a:pPr>
            <a:r>
              <a:rPr dirty="0" sz="1800" spc="155">
                <a:latin typeface="Tahoma"/>
                <a:cs typeface="Tahoma"/>
              </a:rPr>
              <a:t>Crop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 spc="105">
                <a:latin typeface="Tahoma"/>
                <a:cs typeface="Tahoma"/>
              </a:rPr>
              <a:t>diseases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145">
                <a:latin typeface="Tahoma"/>
                <a:cs typeface="Tahoma"/>
              </a:rPr>
              <a:t>pose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100">
                <a:latin typeface="Tahoma"/>
                <a:cs typeface="Tahoma"/>
              </a:rPr>
              <a:t>a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120">
                <a:latin typeface="Tahoma"/>
                <a:cs typeface="Tahoma"/>
              </a:rPr>
              <a:t>significant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120">
                <a:latin typeface="Tahoma"/>
                <a:cs typeface="Tahoma"/>
              </a:rPr>
              <a:t>threat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 spc="125">
                <a:latin typeface="Tahoma"/>
                <a:cs typeface="Tahoma"/>
              </a:rPr>
              <a:t>to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spc="130">
                <a:latin typeface="Tahoma"/>
                <a:cs typeface="Tahoma"/>
              </a:rPr>
              <a:t>global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130">
                <a:latin typeface="Tahoma"/>
                <a:cs typeface="Tahoma"/>
              </a:rPr>
              <a:t>food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 spc="110">
                <a:latin typeface="Tahoma"/>
                <a:cs typeface="Tahoma"/>
              </a:rPr>
              <a:t>security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170">
                <a:latin typeface="Tahoma"/>
                <a:cs typeface="Tahoma"/>
              </a:rPr>
              <a:t>and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 spc="125">
                <a:latin typeface="Tahoma"/>
                <a:cs typeface="Tahoma"/>
              </a:rPr>
              <a:t>farmer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livelihoods.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 spc="160">
                <a:latin typeface="Tahoma"/>
                <a:cs typeface="Tahoma"/>
              </a:rPr>
              <a:t>Our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114">
                <a:latin typeface="Tahoma"/>
                <a:cs typeface="Tahoma"/>
              </a:rPr>
              <a:t>project</a:t>
            </a:r>
            <a:r>
              <a:rPr dirty="0" sz="1800" spc="-80">
                <a:latin typeface="Tahoma"/>
                <a:cs typeface="Tahoma"/>
              </a:rPr>
              <a:t> </a:t>
            </a:r>
            <a:r>
              <a:rPr dirty="0" sz="1800" spc="100">
                <a:latin typeface="Tahoma"/>
                <a:cs typeface="Tahoma"/>
              </a:rPr>
              <a:t>directly </a:t>
            </a:r>
            <a:r>
              <a:rPr dirty="0" sz="1800" spc="120">
                <a:latin typeface="Tahoma"/>
                <a:cs typeface="Tahoma"/>
              </a:rPr>
              <a:t>addresses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130">
                <a:latin typeface="Tahoma"/>
                <a:cs typeface="Tahoma"/>
              </a:rPr>
              <a:t>these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135">
                <a:latin typeface="Tahoma"/>
                <a:cs typeface="Tahoma"/>
              </a:rPr>
              <a:t>pressing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issues.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8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SzPct val="102857"/>
              <a:buChar char="•"/>
              <a:tabLst>
                <a:tab pos="356870" algn="l"/>
              </a:tabLst>
            </a:pPr>
            <a:r>
              <a:rPr dirty="0" sz="1750" spc="110">
                <a:solidFill>
                  <a:srgbClr val="67524F"/>
                </a:solidFill>
                <a:latin typeface="Tahoma"/>
                <a:cs typeface="Tahoma"/>
              </a:rPr>
              <a:t>Time-</a:t>
            </a:r>
            <a:r>
              <a:rPr dirty="0" sz="1750" spc="180">
                <a:solidFill>
                  <a:srgbClr val="67524F"/>
                </a:solidFill>
                <a:latin typeface="Tahoma"/>
                <a:cs typeface="Tahoma"/>
              </a:rPr>
              <a:t>Consuming</a:t>
            </a:r>
            <a:r>
              <a:rPr dirty="0" sz="17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67524F"/>
                </a:solidFill>
                <a:latin typeface="Tahoma"/>
                <a:cs typeface="Tahoma"/>
              </a:rPr>
              <a:t>&amp;</a:t>
            </a:r>
            <a:r>
              <a:rPr dirty="0" sz="17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67524F"/>
                </a:solidFill>
                <a:latin typeface="Tahoma"/>
                <a:cs typeface="Tahoma"/>
              </a:rPr>
              <a:t>Error-</a:t>
            </a:r>
            <a:r>
              <a:rPr dirty="0" sz="1750" spc="150">
                <a:solidFill>
                  <a:srgbClr val="67524F"/>
                </a:solidFill>
                <a:latin typeface="Tahoma"/>
                <a:cs typeface="Tahoma"/>
              </a:rPr>
              <a:t>Prone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35"/>
              </a:spcBef>
              <a:buClr>
                <a:srgbClr val="67524F"/>
              </a:buClr>
              <a:buFont typeface="Tahoma"/>
              <a:buChar char="•"/>
            </a:pP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SzPct val="102857"/>
              <a:buChar char="•"/>
              <a:tabLst>
                <a:tab pos="356870" algn="l"/>
              </a:tabLst>
            </a:pPr>
            <a:r>
              <a:rPr dirty="0" sz="1750" spc="110">
                <a:solidFill>
                  <a:srgbClr val="67524F"/>
                </a:solidFill>
                <a:latin typeface="Tahoma"/>
                <a:cs typeface="Tahoma"/>
              </a:rPr>
              <a:t>Costly</a:t>
            </a:r>
            <a:r>
              <a:rPr dirty="0" sz="17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20">
                <a:solidFill>
                  <a:srgbClr val="67524F"/>
                </a:solidFill>
                <a:latin typeface="Tahoma"/>
                <a:cs typeface="Tahoma"/>
              </a:rPr>
              <a:t>Laboratory</a:t>
            </a:r>
            <a:r>
              <a:rPr dirty="0" sz="17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05">
                <a:solidFill>
                  <a:srgbClr val="67524F"/>
                </a:solidFill>
                <a:latin typeface="Tahoma"/>
                <a:cs typeface="Tahoma"/>
              </a:rPr>
              <a:t>Testing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67524F"/>
              </a:buClr>
              <a:buFont typeface="Tahoma"/>
              <a:buChar char="•"/>
            </a:pP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SzPct val="102857"/>
              <a:buChar char="•"/>
              <a:tabLst>
                <a:tab pos="356870" algn="l"/>
              </a:tabLst>
            </a:pPr>
            <a:r>
              <a:rPr dirty="0" sz="1750" spc="160">
                <a:solidFill>
                  <a:srgbClr val="67524F"/>
                </a:solidFill>
                <a:latin typeface="Tahoma"/>
                <a:cs typeface="Tahoma"/>
              </a:rPr>
              <a:t>Limited</a:t>
            </a:r>
            <a:r>
              <a:rPr dirty="0" sz="17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30">
                <a:solidFill>
                  <a:srgbClr val="67524F"/>
                </a:solidFill>
                <a:latin typeface="Tahoma"/>
                <a:cs typeface="Tahoma"/>
              </a:rPr>
              <a:t>Expert</a:t>
            </a:r>
            <a:r>
              <a:rPr dirty="0" sz="175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20">
                <a:solidFill>
                  <a:srgbClr val="67524F"/>
                </a:solidFill>
                <a:latin typeface="Tahoma"/>
                <a:cs typeface="Tahoma"/>
              </a:rPr>
              <a:t>Access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67524F"/>
              </a:buClr>
              <a:buFont typeface="Tahoma"/>
              <a:buChar char="•"/>
            </a:pP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SzPct val="102857"/>
              <a:buChar char="•"/>
              <a:tabLst>
                <a:tab pos="356870" algn="l"/>
              </a:tabLst>
            </a:pPr>
            <a:r>
              <a:rPr dirty="0" sz="1750" spc="170">
                <a:solidFill>
                  <a:srgbClr val="67524F"/>
                </a:solidFill>
                <a:latin typeface="Tahoma"/>
                <a:cs typeface="Tahoma"/>
              </a:rPr>
              <a:t>Reduced</a:t>
            </a:r>
            <a:r>
              <a:rPr dirty="0" sz="1750" spc="-1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14">
                <a:solidFill>
                  <a:srgbClr val="67524F"/>
                </a:solidFill>
                <a:latin typeface="Tahoma"/>
                <a:cs typeface="Tahoma"/>
              </a:rPr>
              <a:t>Yield</a:t>
            </a:r>
            <a:r>
              <a:rPr dirty="0" sz="17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7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7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30">
                <a:solidFill>
                  <a:srgbClr val="67524F"/>
                </a:solidFill>
                <a:latin typeface="Tahoma"/>
                <a:cs typeface="Tahoma"/>
              </a:rPr>
              <a:t>Income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4140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6661" y="3000831"/>
            <a:ext cx="9923145" cy="6591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150" spc="50"/>
              <a:t>Project</a:t>
            </a:r>
            <a:r>
              <a:rPr dirty="0" sz="4150" spc="-35"/>
              <a:t> Purpose:</a:t>
            </a:r>
            <a:r>
              <a:rPr dirty="0" sz="4150" spc="-5"/>
              <a:t> </a:t>
            </a:r>
            <a:r>
              <a:rPr dirty="0" sz="4150"/>
              <a:t>Smart</a:t>
            </a:r>
            <a:r>
              <a:rPr dirty="0" sz="4150" spc="-30"/>
              <a:t> </a:t>
            </a:r>
            <a:r>
              <a:rPr dirty="0" sz="4150" spc="390"/>
              <a:t>&amp;</a:t>
            </a:r>
            <a:r>
              <a:rPr dirty="0" sz="4150" spc="-10"/>
              <a:t> </a:t>
            </a:r>
            <a:r>
              <a:rPr dirty="0" sz="4150"/>
              <a:t>User-Friendly</a:t>
            </a:r>
            <a:r>
              <a:rPr dirty="0" sz="4150" spc="-45"/>
              <a:t> </a:t>
            </a:r>
            <a:r>
              <a:rPr dirty="0" sz="4150" spc="-25"/>
              <a:t>AI</a:t>
            </a:r>
            <a:endParaRPr sz="4150"/>
          </a:p>
        </p:txBody>
      </p:sp>
      <p:sp>
        <p:nvSpPr>
          <p:cNvPr id="4" name="object 4" descr=""/>
          <p:cNvSpPr txBox="1"/>
          <p:nvPr/>
        </p:nvSpPr>
        <p:spPr>
          <a:xfrm>
            <a:off x="1670430" y="4844922"/>
            <a:ext cx="3266440" cy="1240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7524F"/>
                </a:solidFill>
                <a:latin typeface="Tahoma"/>
                <a:cs typeface="Tahoma"/>
              </a:rPr>
              <a:t>Project</a:t>
            </a:r>
            <a:r>
              <a:rPr dirty="0" sz="2050" spc="1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Objective</a:t>
            </a:r>
            <a:endParaRPr sz="2050">
              <a:latin typeface="Tahoma"/>
              <a:cs typeface="Tahoma"/>
            </a:endParaRPr>
          </a:p>
          <a:p>
            <a:pPr algn="just" marL="12700" marR="5080">
              <a:lnSpc>
                <a:spcPct val="132200"/>
              </a:lnSpc>
              <a:spcBef>
                <a:spcPts val="455"/>
              </a:spcBef>
            </a:pP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Identify</a:t>
            </a:r>
            <a:r>
              <a:rPr dirty="0" sz="140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7524F"/>
                </a:solidFill>
                <a:latin typeface="Tahoma"/>
                <a:cs typeface="Tahoma"/>
              </a:rPr>
              <a:t>rice</a:t>
            </a:r>
            <a:r>
              <a:rPr dirty="0" sz="140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2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4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7524F"/>
                </a:solidFill>
                <a:latin typeface="Tahoma"/>
                <a:cs typeface="Tahoma"/>
              </a:rPr>
              <a:t>pulse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67524F"/>
                </a:solidFill>
                <a:latin typeface="Tahoma"/>
                <a:cs typeface="Tahoma"/>
              </a:rPr>
              <a:t>crop</a:t>
            </a:r>
            <a:r>
              <a:rPr dirty="0" sz="140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diseases </a:t>
            </a:r>
            <a:r>
              <a:rPr dirty="0" sz="1400" spc="114">
                <a:solidFill>
                  <a:srgbClr val="67524F"/>
                </a:solidFill>
                <a:latin typeface="Tahoma"/>
                <a:cs typeface="Tahoma"/>
              </a:rPr>
              <a:t>using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7524F"/>
                </a:solidFill>
                <a:latin typeface="Tahoma"/>
                <a:cs typeface="Tahoma"/>
              </a:rPr>
              <a:t>AI-</a:t>
            </a:r>
            <a:r>
              <a:rPr dirty="0" sz="1400" spc="120">
                <a:solidFill>
                  <a:srgbClr val="67524F"/>
                </a:solidFill>
                <a:latin typeface="Tahoma"/>
                <a:cs typeface="Tahoma"/>
              </a:rPr>
              <a:t>powered</a:t>
            </a:r>
            <a:r>
              <a:rPr dirty="0" sz="140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40">
                <a:solidFill>
                  <a:srgbClr val="67524F"/>
                </a:solidFill>
                <a:latin typeface="Tahoma"/>
                <a:cs typeface="Tahoma"/>
              </a:rPr>
              <a:t>image</a:t>
            </a:r>
            <a:r>
              <a:rPr dirty="0" sz="140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analysis</a:t>
            </a:r>
            <a:r>
              <a:rPr dirty="0" sz="14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67524F"/>
                </a:solidFill>
                <a:latin typeface="Tahoma"/>
                <a:cs typeface="Tahoma"/>
              </a:rPr>
              <a:t>for </a:t>
            </a:r>
            <a:r>
              <a:rPr dirty="0" sz="1400" spc="110">
                <a:solidFill>
                  <a:srgbClr val="67524F"/>
                </a:solidFill>
                <a:latin typeface="Tahoma"/>
                <a:cs typeface="Tahoma"/>
              </a:rPr>
              <a:t>timely</a:t>
            </a:r>
            <a:r>
              <a:rPr dirty="0" sz="140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95">
                <a:solidFill>
                  <a:srgbClr val="67524F"/>
                </a:solidFill>
                <a:latin typeface="Tahoma"/>
                <a:cs typeface="Tahoma"/>
              </a:rPr>
              <a:t>farmer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intervention.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9616" y="3886200"/>
            <a:ext cx="11631168" cy="73761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548629" y="4844922"/>
            <a:ext cx="3331845" cy="1524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7524F"/>
                </a:solidFill>
                <a:latin typeface="Tahoma"/>
                <a:cs typeface="Tahoma"/>
              </a:rPr>
              <a:t>Specific</a:t>
            </a:r>
            <a:r>
              <a:rPr dirty="0" sz="2050" spc="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Objectives</a:t>
            </a:r>
            <a:endParaRPr sz="2050">
              <a:latin typeface="Tahoma"/>
              <a:cs typeface="Tahoma"/>
            </a:endParaRPr>
          </a:p>
          <a:p>
            <a:pPr marL="12700" marR="5080">
              <a:lnSpc>
                <a:spcPct val="132400"/>
              </a:lnSpc>
              <a:spcBef>
                <a:spcPts val="450"/>
              </a:spcBef>
            </a:pPr>
            <a:r>
              <a:rPr dirty="0" sz="1400" spc="110">
                <a:solidFill>
                  <a:srgbClr val="67524F"/>
                </a:solidFill>
                <a:latin typeface="Tahoma"/>
                <a:cs typeface="Tahoma"/>
              </a:rPr>
              <a:t>Robust</a:t>
            </a:r>
            <a:r>
              <a:rPr dirty="0" sz="140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75">
                <a:solidFill>
                  <a:srgbClr val="67524F"/>
                </a:solidFill>
                <a:latin typeface="Tahoma"/>
                <a:cs typeface="Tahoma"/>
              </a:rPr>
              <a:t>CNN</a:t>
            </a:r>
            <a:r>
              <a:rPr dirty="0" sz="14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67524F"/>
                </a:solidFill>
                <a:latin typeface="Tahoma"/>
                <a:cs typeface="Tahoma"/>
              </a:rPr>
              <a:t>design,</a:t>
            </a:r>
            <a:r>
              <a:rPr dirty="0" sz="14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67524F"/>
                </a:solidFill>
                <a:latin typeface="Tahoma"/>
                <a:cs typeface="Tahoma"/>
              </a:rPr>
              <a:t>secure </a:t>
            </a:r>
            <a:r>
              <a:rPr dirty="0" sz="1400" spc="90">
                <a:solidFill>
                  <a:srgbClr val="67524F"/>
                </a:solidFill>
                <a:latin typeface="Tahoma"/>
                <a:cs typeface="Tahoma"/>
              </a:rPr>
              <a:t>authentication,</a:t>
            </a:r>
            <a:r>
              <a:rPr dirty="0" sz="140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7524F"/>
                </a:solidFill>
                <a:latin typeface="Tahoma"/>
                <a:cs typeface="Tahoma"/>
              </a:rPr>
              <a:t>real-</a:t>
            </a:r>
            <a:r>
              <a:rPr dirty="0" sz="1400" spc="140">
                <a:solidFill>
                  <a:srgbClr val="67524F"/>
                </a:solidFill>
                <a:latin typeface="Tahoma"/>
                <a:cs typeface="Tahoma"/>
              </a:rPr>
              <a:t>time</a:t>
            </a:r>
            <a:r>
              <a:rPr dirty="0" sz="14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67524F"/>
                </a:solidFill>
                <a:latin typeface="Tahoma"/>
                <a:cs typeface="Tahoma"/>
              </a:rPr>
              <a:t>predictions, </a:t>
            </a:r>
            <a:r>
              <a:rPr dirty="0" sz="1400" spc="95">
                <a:solidFill>
                  <a:srgbClr val="67524F"/>
                </a:solidFill>
                <a:latin typeface="Tahoma"/>
                <a:cs typeface="Tahoma"/>
              </a:rPr>
              <a:t>SOLID</a:t>
            </a:r>
            <a:r>
              <a:rPr dirty="0" sz="140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67524F"/>
                </a:solidFill>
                <a:latin typeface="Tahoma"/>
                <a:cs typeface="Tahoma"/>
              </a:rPr>
              <a:t>principles,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7524F"/>
                </a:solidFill>
                <a:latin typeface="Tahoma"/>
                <a:cs typeface="Tahoma"/>
              </a:rPr>
              <a:t>comprehensive </a:t>
            </a: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testing.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26956" y="4844922"/>
            <a:ext cx="3489325" cy="1240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7524F"/>
                </a:solidFill>
                <a:latin typeface="Tahoma"/>
                <a:cs typeface="Tahoma"/>
              </a:rPr>
              <a:t>Expected</a:t>
            </a:r>
            <a:r>
              <a:rPr dirty="0" sz="2050" spc="2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Outcomes</a:t>
            </a:r>
            <a:endParaRPr sz="2050">
              <a:latin typeface="Tahoma"/>
              <a:cs typeface="Tahoma"/>
            </a:endParaRPr>
          </a:p>
          <a:p>
            <a:pPr marL="12700" marR="5080">
              <a:lnSpc>
                <a:spcPct val="132200"/>
              </a:lnSpc>
              <a:spcBef>
                <a:spcPts val="455"/>
              </a:spcBef>
            </a:pPr>
            <a:r>
              <a:rPr dirty="0" sz="1400" spc="70">
                <a:solidFill>
                  <a:srgbClr val="67524F"/>
                </a:solidFill>
                <a:latin typeface="Tahoma"/>
                <a:cs typeface="Tahoma"/>
              </a:rPr>
              <a:t>Intuitive</a:t>
            </a:r>
            <a:r>
              <a:rPr dirty="0" sz="14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7524F"/>
                </a:solidFill>
                <a:latin typeface="Tahoma"/>
                <a:cs typeface="Tahoma"/>
              </a:rPr>
              <a:t>tool,</a:t>
            </a:r>
            <a:r>
              <a:rPr dirty="0" sz="140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67524F"/>
                </a:solidFill>
                <a:latin typeface="Tahoma"/>
                <a:cs typeface="Tahoma"/>
              </a:rPr>
              <a:t>accessible</a:t>
            </a:r>
            <a:r>
              <a:rPr dirty="0" sz="1400" spc="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interface,</a:t>
            </a:r>
            <a:r>
              <a:rPr dirty="0" sz="1400" spc="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67524F"/>
                </a:solidFill>
                <a:latin typeface="Tahoma"/>
                <a:cs typeface="Tahoma"/>
              </a:rPr>
              <a:t>early </a:t>
            </a:r>
            <a:r>
              <a:rPr dirty="0" sz="1400" spc="85">
                <a:solidFill>
                  <a:srgbClr val="67524F"/>
                </a:solidFill>
                <a:latin typeface="Tahoma"/>
                <a:cs typeface="Tahoma"/>
              </a:rPr>
              <a:t>detection,</a:t>
            </a:r>
            <a:r>
              <a:rPr dirty="0" sz="140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67524F"/>
                </a:solidFill>
                <a:latin typeface="Tahoma"/>
                <a:cs typeface="Tahoma"/>
              </a:rPr>
              <a:t>targeted</a:t>
            </a:r>
            <a:r>
              <a:rPr dirty="0" sz="14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7524F"/>
                </a:solidFill>
                <a:latin typeface="Tahoma"/>
                <a:cs typeface="Tahoma"/>
              </a:rPr>
              <a:t>treatments, </a:t>
            </a:r>
            <a:r>
              <a:rPr dirty="0" sz="1400" spc="110">
                <a:solidFill>
                  <a:srgbClr val="67524F"/>
                </a:solidFill>
                <a:latin typeface="Tahoma"/>
                <a:cs typeface="Tahoma"/>
              </a:rPr>
              <a:t>comprehensive</a:t>
            </a: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7524F"/>
                </a:solidFill>
                <a:latin typeface="Tahoma"/>
                <a:cs typeface="Tahoma"/>
              </a:rPr>
              <a:t>documentation.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86661" y="6721550"/>
            <a:ext cx="10921365" cy="904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522317"/>
                </a:solidFill>
                <a:latin typeface="Tahoma"/>
                <a:cs typeface="Tahoma"/>
              </a:rPr>
              <a:t>Real-</a:t>
            </a:r>
            <a:r>
              <a:rPr dirty="0" sz="2450" spc="120">
                <a:solidFill>
                  <a:srgbClr val="522317"/>
                </a:solidFill>
                <a:latin typeface="Tahoma"/>
                <a:cs typeface="Tahoma"/>
              </a:rPr>
              <a:t>World</a:t>
            </a:r>
            <a:r>
              <a:rPr dirty="0" sz="2450" spc="3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522317"/>
                </a:solidFill>
                <a:latin typeface="Tahoma"/>
                <a:cs typeface="Tahoma"/>
              </a:rPr>
              <a:t>Impact</a:t>
            </a: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</a:pPr>
            <a:r>
              <a:rPr dirty="0" sz="1400" spc="70">
                <a:solidFill>
                  <a:srgbClr val="67524F"/>
                </a:solidFill>
                <a:latin typeface="Tahoma"/>
                <a:cs typeface="Tahoma"/>
              </a:rPr>
              <a:t>Early</a:t>
            </a:r>
            <a:r>
              <a:rPr dirty="0" sz="140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67524F"/>
                </a:solidFill>
                <a:latin typeface="Tahoma"/>
                <a:cs typeface="Tahoma"/>
              </a:rPr>
              <a:t>detection,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10">
                <a:solidFill>
                  <a:srgbClr val="67524F"/>
                </a:solidFill>
                <a:latin typeface="Tahoma"/>
                <a:cs typeface="Tahoma"/>
              </a:rPr>
              <a:t>web-</a:t>
            </a:r>
            <a:r>
              <a:rPr dirty="0" sz="1400" spc="100">
                <a:solidFill>
                  <a:srgbClr val="67524F"/>
                </a:solidFill>
                <a:latin typeface="Tahoma"/>
                <a:cs typeface="Tahoma"/>
              </a:rPr>
              <a:t>based</a:t>
            </a:r>
            <a:r>
              <a:rPr dirty="0" sz="1400" spc="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67524F"/>
                </a:solidFill>
                <a:latin typeface="Tahoma"/>
                <a:cs typeface="Tahoma"/>
              </a:rPr>
              <a:t>accessibility,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20">
                <a:solidFill>
                  <a:srgbClr val="67524F"/>
                </a:solidFill>
                <a:latin typeface="Tahoma"/>
                <a:cs typeface="Tahoma"/>
              </a:rPr>
              <a:t>cloud</a:t>
            </a:r>
            <a:r>
              <a:rPr dirty="0" sz="140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7524F"/>
                </a:solidFill>
                <a:latin typeface="Tahoma"/>
                <a:cs typeface="Tahoma"/>
              </a:rPr>
              <a:t>scalability,</a:t>
            </a:r>
            <a:r>
              <a:rPr dirty="0" sz="140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2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90">
                <a:solidFill>
                  <a:srgbClr val="67524F"/>
                </a:solidFill>
                <a:latin typeface="Tahoma"/>
                <a:cs typeface="Tahoma"/>
              </a:rPr>
              <a:t>data-driven</a:t>
            </a:r>
            <a:r>
              <a:rPr dirty="0" sz="1400" spc="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90">
                <a:solidFill>
                  <a:srgbClr val="67524F"/>
                </a:solidFill>
                <a:latin typeface="Tahoma"/>
                <a:cs typeface="Tahoma"/>
              </a:rPr>
              <a:t>decisions</a:t>
            </a:r>
            <a:r>
              <a:rPr dirty="0" sz="140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10">
                <a:solidFill>
                  <a:srgbClr val="67524F"/>
                </a:solidFill>
                <a:latin typeface="Tahoma"/>
                <a:cs typeface="Tahoma"/>
              </a:rPr>
              <a:t>reduce</a:t>
            </a:r>
            <a:r>
              <a:rPr dirty="0" sz="14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67524F"/>
                </a:solidFill>
                <a:latin typeface="Tahoma"/>
                <a:cs typeface="Tahoma"/>
              </a:rPr>
              <a:t>crop</a:t>
            </a:r>
            <a:r>
              <a:rPr dirty="0" sz="140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67524F"/>
                </a:solidFill>
                <a:latin typeface="Tahoma"/>
                <a:cs typeface="Tahoma"/>
              </a:rPr>
              <a:t>loss</a:t>
            </a:r>
            <a:r>
              <a:rPr dirty="0" sz="140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2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40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95">
                <a:solidFill>
                  <a:srgbClr val="67524F"/>
                </a:solidFill>
                <a:latin typeface="Tahoma"/>
                <a:cs typeface="Tahoma"/>
              </a:rPr>
              <a:t>pesticide</a:t>
            </a:r>
            <a:r>
              <a:rPr dirty="0" sz="14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67524F"/>
                </a:solidFill>
                <a:latin typeface="Tahoma"/>
                <a:cs typeface="Tahoma"/>
              </a:rPr>
              <a:t>misuse.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2685776" y="7528559"/>
            <a:ext cx="1950720" cy="695325"/>
            <a:chOff x="12685776" y="7528559"/>
            <a:chExt cx="1950720" cy="695325"/>
          </a:xfrm>
        </p:grpSpPr>
        <p:sp>
          <p:nvSpPr>
            <p:cNvPr id="10" name="object 10" descr=""/>
            <p:cNvSpPr/>
            <p:nvPr/>
          </p:nvSpPr>
          <p:spPr>
            <a:xfrm>
              <a:off x="12691872" y="7534655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2"/>
                  </a:lnTo>
                  <a:lnTo>
                    <a:pt x="0" y="568957"/>
                  </a:lnTo>
                  <a:lnTo>
                    <a:pt x="8939" y="613251"/>
                  </a:lnTo>
                  <a:lnTo>
                    <a:pt x="33321" y="649422"/>
                  </a:lnTo>
                  <a:lnTo>
                    <a:pt x="69490" y="673809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9"/>
                  </a:lnTo>
                  <a:lnTo>
                    <a:pt x="1905206" y="649422"/>
                  </a:lnTo>
                  <a:lnTo>
                    <a:pt x="1929588" y="613251"/>
                  </a:lnTo>
                  <a:lnTo>
                    <a:pt x="1938527" y="568957"/>
                  </a:lnTo>
                  <a:lnTo>
                    <a:pt x="1938527" y="113792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691872" y="7534655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2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2"/>
                  </a:lnTo>
                  <a:lnTo>
                    <a:pt x="1938527" y="568957"/>
                  </a:lnTo>
                  <a:lnTo>
                    <a:pt x="1929588" y="613251"/>
                  </a:lnTo>
                  <a:lnTo>
                    <a:pt x="1905206" y="649422"/>
                  </a:lnTo>
                  <a:lnTo>
                    <a:pt x="1869037" y="673809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9"/>
                  </a:lnTo>
                  <a:lnTo>
                    <a:pt x="33321" y="649422"/>
                  </a:lnTo>
                  <a:lnTo>
                    <a:pt x="8939" y="613251"/>
                  </a:lnTo>
                  <a:lnTo>
                    <a:pt x="0" y="568957"/>
                  </a:lnTo>
                  <a:lnTo>
                    <a:pt x="0" y="113792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540752"/>
            <a:ext cx="1950720" cy="695325"/>
            <a:chOff x="12685776" y="7540752"/>
            <a:chExt cx="1950720" cy="695325"/>
          </a:xfrm>
        </p:grpSpPr>
        <p:sp>
          <p:nvSpPr>
            <p:cNvPr id="3" name="object 3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1"/>
                  </a:lnTo>
                  <a:lnTo>
                    <a:pt x="0" y="568957"/>
                  </a:lnTo>
                  <a:lnTo>
                    <a:pt x="8939" y="613250"/>
                  </a:lnTo>
                  <a:lnTo>
                    <a:pt x="33321" y="649421"/>
                  </a:lnTo>
                  <a:lnTo>
                    <a:pt x="69490" y="673808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8"/>
                  </a:lnTo>
                  <a:lnTo>
                    <a:pt x="1905206" y="649421"/>
                  </a:lnTo>
                  <a:lnTo>
                    <a:pt x="1929588" y="613250"/>
                  </a:lnTo>
                  <a:lnTo>
                    <a:pt x="1938527" y="568957"/>
                  </a:lnTo>
                  <a:lnTo>
                    <a:pt x="1938527" y="113791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1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1"/>
                  </a:lnTo>
                  <a:lnTo>
                    <a:pt x="1938527" y="568957"/>
                  </a:lnTo>
                  <a:lnTo>
                    <a:pt x="1929588" y="613250"/>
                  </a:lnTo>
                  <a:lnTo>
                    <a:pt x="1905206" y="649421"/>
                  </a:lnTo>
                  <a:lnTo>
                    <a:pt x="1869037" y="673808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8"/>
                  </a:lnTo>
                  <a:lnTo>
                    <a:pt x="33321" y="649421"/>
                  </a:lnTo>
                  <a:lnTo>
                    <a:pt x="8939" y="613250"/>
                  </a:lnTo>
                  <a:lnTo>
                    <a:pt x="0" y="568957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7517" y="561848"/>
            <a:ext cx="9661525" cy="658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50"/>
              <a:t>Dataset</a:t>
            </a:r>
            <a:r>
              <a:rPr dirty="0" sz="4150" spc="5"/>
              <a:t> </a:t>
            </a:r>
            <a:r>
              <a:rPr dirty="0" sz="4150" spc="390"/>
              <a:t>&amp;</a:t>
            </a:r>
            <a:r>
              <a:rPr dirty="0" sz="4150" spc="-35"/>
              <a:t> </a:t>
            </a:r>
            <a:r>
              <a:rPr dirty="0" sz="4150"/>
              <a:t>Preprocessing</a:t>
            </a:r>
            <a:r>
              <a:rPr dirty="0" sz="4150" spc="-35"/>
              <a:t> </a:t>
            </a:r>
            <a:r>
              <a:rPr dirty="0" sz="4150" spc="114"/>
              <a:t>for</a:t>
            </a:r>
            <a:r>
              <a:rPr dirty="0" sz="4150" spc="-15"/>
              <a:t> </a:t>
            </a:r>
            <a:r>
              <a:rPr dirty="0" sz="4150"/>
              <a:t>AI</a:t>
            </a:r>
            <a:r>
              <a:rPr dirty="0" sz="4150" spc="-40"/>
              <a:t> </a:t>
            </a:r>
            <a:r>
              <a:rPr dirty="0" sz="4150" spc="100"/>
              <a:t>Accuracy</a:t>
            </a:r>
            <a:endParaRPr sz="4150"/>
          </a:p>
        </p:txBody>
      </p:sp>
      <p:sp>
        <p:nvSpPr>
          <p:cNvPr id="6" name="object 6" descr=""/>
          <p:cNvSpPr txBox="1"/>
          <p:nvPr/>
        </p:nvSpPr>
        <p:spPr>
          <a:xfrm>
            <a:off x="1477517" y="1699082"/>
            <a:ext cx="25431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522317"/>
                </a:solidFill>
                <a:latin typeface="Tahoma"/>
                <a:cs typeface="Tahoma"/>
              </a:rPr>
              <a:t>Dataset</a:t>
            </a:r>
            <a:r>
              <a:rPr dirty="0" sz="2500" spc="1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522317"/>
                </a:solidFill>
                <a:latin typeface="Tahoma"/>
                <a:cs typeface="Tahoma"/>
              </a:rPr>
              <a:t>Overview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77517" y="2201089"/>
            <a:ext cx="5003800" cy="24847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50"/>
              </a:spcBef>
              <a:buSzPct val="103448"/>
              <a:buFont typeface="Tahoma"/>
              <a:buChar char="•"/>
              <a:tabLst>
                <a:tab pos="356870" algn="l"/>
              </a:tabLst>
            </a:pPr>
            <a:r>
              <a:rPr dirty="0" sz="1450" spc="-75" b="1">
                <a:solidFill>
                  <a:srgbClr val="67524F"/>
                </a:solidFill>
                <a:latin typeface="Verdana"/>
                <a:cs typeface="Verdana"/>
              </a:rPr>
              <a:t>Total</a:t>
            </a:r>
            <a:r>
              <a:rPr dirty="0" sz="1450" spc="30" b="1">
                <a:solidFill>
                  <a:srgbClr val="67524F"/>
                </a:solidFill>
                <a:latin typeface="Verdana"/>
                <a:cs typeface="Verdana"/>
              </a:rPr>
              <a:t> </a:t>
            </a:r>
            <a:r>
              <a:rPr dirty="0" sz="1450" spc="-125" b="1">
                <a:solidFill>
                  <a:srgbClr val="67524F"/>
                </a:solidFill>
                <a:latin typeface="Verdana"/>
                <a:cs typeface="Verdana"/>
              </a:rPr>
              <a:t>Images:</a:t>
            </a:r>
            <a:r>
              <a:rPr dirty="0" sz="1450" spc="-5" b="1">
                <a:solidFill>
                  <a:srgbClr val="67524F"/>
                </a:solidFill>
                <a:latin typeface="Verdana"/>
                <a:cs typeface="Verdan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300+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0">
                <a:solidFill>
                  <a:srgbClr val="67524F"/>
                </a:solidFill>
                <a:latin typeface="Tahoma"/>
                <a:cs typeface="Tahoma"/>
              </a:rPr>
              <a:t>collected</a:t>
            </a:r>
            <a:endParaRPr sz="14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655"/>
              </a:spcBef>
              <a:buSzPct val="103448"/>
              <a:buFont typeface="Tahoma"/>
              <a:buChar char="•"/>
              <a:tabLst>
                <a:tab pos="356870" algn="l"/>
              </a:tabLst>
            </a:pPr>
            <a:r>
              <a:rPr dirty="0" sz="1450" spc="-105" b="1">
                <a:solidFill>
                  <a:srgbClr val="67524F"/>
                </a:solidFill>
                <a:latin typeface="Verdana"/>
                <a:cs typeface="Verdana"/>
              </a:rPr>
              <a:t>Image</a:t>
            </a:r>
            <a:r>
              <a:rPr dirty="0" sz="1450" spc="-5" b="1">
                <a:solidFill>
                  <a:srgbClr val="67524F"/>
                </a:solidFill>
                <a:latin typeface="Verdana"/>
                <a:cs typeface="Verdana"/>
              </a:rPr>
              <a:t> </a:t>
            </a:r>
            <a:r>
              <a:rPr dirty="0" sz="1450" spc="-110" b="1">
                <a:solidFill>
                  <a:srgbClr val="67524F"/>
                </a:solidFill>
                <a:latin typeface="Verdana"/>
                <a:cs typeface="Verdana"/>
              </a:rPr>
              <a:t>Size:</a:t>
            </a:r>
            <a:r>
              <a:rPr dirty="0" sz="1450" spc="-40" b="1">
                <a:solidFill>
                  <a:srgbClr val="67524F"/>
                </a:solidFill>
                <a:latin typeface="Verdana"/>
                <a:cs typeface="Verdana"/>
              </a:rPr>
              <a:t> </a:t>
            </a:r>
            <a:r>
              <a:rPr dirty="0" sz="1450" spc="105">
                <a:solidFill>
                  <a:srgbClr val="67524F"/>
                </a:solidFill>
                <a:latin typeface="Tahoma"/>
                <a:cs typeface="Tahoma"/>
              </a:rPr>
              <a:t>Standardized</a:t>
            </a:r>
            <a:r>
              <a:rPr dirty="0" sz="1450" spc="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to</a:t>
            </a:r>
            <a:r>
              <a:rPr dirty="0" sz="1450" spc="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224×224</a:t>
            </a:r>
            <a:r>
              <a:rPr dirty="0" sz="1450" spc="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65">
                <a:solidFill>
                  <a:srgbClr val="67524F"/>
                </a:solidFill>
                <a:latin typeface="Tahoma"/>
                <a:cs typeface="Tahoma"/>
              </a:rPr>
              <a:t>pixels</a:t>
            </a:r>
            <a:endParaRPr sz="14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655"/>
              </a:spcBef>
              <a:buSzPct val="103448"/>
              <a:buFont typeface="Tahoma"/>
              <a:buChar char="•"/>
              <a:tabLst>
                <a:tab pos="356870" algn="l"/>
              </a:tabLst>
            </a:pPr>
            <a:r>
              <a:rPr dirty="0" sz="1450" spc="-90" b="1">
                <a:solidFill>
                  <a:srgbClr val="67524F"/>
                </a:solidFill>
                <a:latin typeface="Verdana"/>
                <a:cs typeface="Verdana"/>
              </a:rPr>
              <a:t>Format:</a:t>
            </a:r>
            <a:r>
              <a:rPr dirty="0" sz="1450" spc="-40" b="1">
                <a:solidFill>
                  <a:srgbClr val="67524F"/>
                </a:solidFill>
                <a:latin typeface="Verdana"/>
                <a:cs typeface="Verdan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JPEG,</a:t>
            </a:r>
            <a:r>
              <a:rPr dirty="0" sz="14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5">
                <a:solidFill>
                  <a:srgbClr val="67524F"/>
                </a:solidFill>
                <a:latin typeface="Tahoma"/>
                <a:cs typeface="Tahoma"/>
              </a:rPr>
              <a:t>JPG,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70">
                <a:solidFill>
                  <a:srgbClr val="67524F"/>
                </a:solidFill>
                <a:latin typeface="Tahoma"/>
                <a:cs typeface="Tahoma"/>
              </a:rPr>
              <a:t>PNG</a:t>
            </a:r>
            <a:endParaRPr sz="14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650"/>
              </a:spcBef>
              <a:buSzPct val="103448"/>
              <a:buFont typeface="Tahoma"/>
              <a:buChar char="•"/>
              <a:tabLst>
                <a:tab pos="356870" algn="l"/>
              </a:tabLst>
            </a:pPr>
            <a:r>
              <a:rPr dirty="0" sz="1450" spc="-75" b="1">
                <a:solidFill>
                  <a:srgbClr val="67524F"/>
                </a:solidFill>
                <a:latin typeface="Verdana"/>
                <a:cs typeface="Verdana"/>
              </a:rPr>
              <a:t>Organization:</a:t>
            </a:r>
            <a:r>
              <a:rPr dirty="0" sz="1450" spc="-20" b="1">
                <a:solidFill>
                  <a:srgbClr val="67524F"/>
                </a:solidFill>
                <a:latin typeface="Verdana"/>
                <a:cs typeface="Verdana"/>
              </a:rPr>
              <a:t> </a:t>
            </a:r>
            <a:r>
              <a:rPr dirty="0" sz="1450" spc="100">
                <a:solidFill>
                  <a:srgbClr val="67524F"/>
                </a:solidFill>
                <a:latin typeface="Tahoma"/>
                <a:cs typeface="Tahoma"/>
              </a:rPr>
              <a:t>Structured</a:t>
            </a:r>
            <a:r>
              <a:rPr dirty="0" sz="1450" spc="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75">
                <a:solidFill>
                  <a:srgbClr val="67524F"/>
                </a:solidFill>
                <a:latin typeface="Tahoma"/>
                <a:cs typeface="Tahoma"/>
              </a:rPr>
              <a:t>folders</a:t>
            </a:r>
            <a:r>
              <a:rPr dirty="0" sz="14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5">
                <a:solidFill>
                  <a:srgbClr val="67524F"/>
                </a:solidFill>
                <a:latin typeface="Tahoma"/>
                <a:cs typeface="Tahoma"/>
              </a:rPr>
              <a:t>per</a:t>
            </a:r>
            <a:r>
              <a:rPr dirty="0" sz="14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45">
                <a:solidFill>
                  <a:srgbClr val="67524F"/>
                </a:solidFill>
                <a:latin typeface="Tahoma"/>
                <a:cs typeface="Tahoma"/>
              </a:rPr>
              <a:t>class</a:t>
            </a:r>
            <a:endParaRPr sz="14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655"/>
              </a:spcBef>
              <a:buSzPct val="103448"/>
              <a:buFont typeface="Tahoma"/>
              <a:buChar char="•"/>
              <a:tabLst>
                <a:tab pos="356870" algn="l"/>
              </a:tabLst>
            </a:pPr>
            <a:r>
              <a:rPr dirty="0" sz="1450" spc="-75" b="1">
                <a:solidFill>
                  <a:srgbClr val="67524F"/>
                </a:solidFill>
                <a:latin typeface="Verdana"/>
                <a:cs typeface="Verdana"/>
              </a:rPr>
              <a:t>Validation:</a:t>
            </a:r>
            <a:r>
              <a:rPr dirty="0" sz="1450" spc="-40" b="1">
                <a:solidFill>
                  <a:srgbClr val="67524F"/>
                </a:solidFill>
                <a:latin typeface="Verdana"/>
                <a:cs typeface="Verdana"/>
              </a:rPr>
              <a:t> </a:t>
            </a:r>
            <a:r>
              <a:rPr dirty="0" sz="1450" spc="120">
                <a:solidFill>
                  <a:srgbClr val="67524F"/>
                </a:solidFill>
                <a:latin typeface="Tahoma"/>
                <a:cs typeface="Tahoma"/>
              </a:rPr>
              <a:t>Manual</a:t>
            </a:r>
            <a:r>
              <a:rPr dirty="0" sz="14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to</a:t>
            </a:r>
            <a:r>
              <a:rPr dirty="0" sz="14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20">
                <a:solidFill>
                  <a:srgbClr val="67524F"/>
                </a:solidFill>
                <a:latin typeface="Tahoma"/>
                <a:cs typeface="Tahoma"/>
              </a:rPr>
              <a:t>remove</a:t>
            </a:r>
            <a:r>
              <a:rPr dirty="0" sz="14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5">
                <a:solidFill>
                  <a:srgbClr val="67524F"/>
                </a:solidFill>
                <a:latin typeface="Tahoma"/>
                <a:cs typeface="Tahoma"/>
              </a:rPr>
              <a:t>corrupt</a:t>
            </a:r>
            <a:r>
              <a:rPr dirty="0" sz="14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5">
                <a:solidFill>
                  <a:srgbClr val="67524F"/>
                </a:solidFill>
                <a:latin typeface="Tahoma"/>
                <a:cs typeface="Tahoma"/>
              </a:rPr>
              <a:t>samples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2050" spc="-20">
                <a:solidFill>
                  <a:srgbClr val="522317"/>
                </a:solidFill>
                <a:latin typeface="Tahoma"/>
                <a:cs typeface="Tahoma"/>
              </a:rPr>
              <a:t>Disease</a:t>
            </a:r>
            <a:r>
              <a:rPr dirty="0" sz="2050" spc="-13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2050" spc="-45">
                <a:solidFill>
                  <a:srgbClr val="522317"/>
                </a:solidFill>
                <a:latin typeface="Tahoma"/>
                <a:cs typeface="Tahoma"/>
              </a:rPr>
              <a:t>Classes</a:t>
            </a:r>
            <a:r>
              <a:rPr dirty="0" sz="2050" spc="-9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2050" spc="-145">
                <a:solidFill>
                  <a:srgbClr val="522317"/>
                </a:solidFill>
                <a:latin typeface="Tahoma"/>
                <a:cs typeface="Tahoma"/>
              </a:rPr>
              <a:t>(3</a:t>
            </a:r>
            <a:r>
              <a:rPr dirty="0" sz="2050" spc="-4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522317"/>
                </a:solidFill>
                <a:latin typeface="Tahoma"/>
                <a:cs typeface="Tahoma"/>
              </a:rPr>
              <a:t>Total)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450" spc="85">
                <a:solidFill>
                  <a:srgbClr val="67524F"/>
                </a:solidFill>
                <a:latin typeface="Tahoma"/>
                <a:cs typeface="Tahoma"/>
              </a:rPr>
              <a:t>Includes</a:t>
            </a:r>
            <a:r>
              <a:rPr dirty="0" sz="1450" spc="3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5">
                <a:solidFill>
                  <a:srgbClr val="67524F"/>
                </a:solidFill>
                <a:latin typeface="Tahoma"/>
                <a:cs typeface="Tahoma"/>
              </a:rPr>
              <a:t>Bacterial</a:t>
            </a:r>
            <a:r>
              <a:rPr dirty="0" sz="145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67524F"/>
                </a:solidFill>
                <a:latin typeface="Tahoma"/>
                <a:cs typeface="Tahoma"/>
              </a:rPr>
              <a:t>Leaf</a:t>
            </a:r>
            <a:r>
              <a:rPr dirty="0" sz="14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0">
                <a:solidFill>
                  <a:srgbClr val="67524F"/>
                </a:solidFill>
                <a:latin typeface="Tahoma"/>
                <a:cs typeface="Tahoma"/>
              </a:rPr>
              <a:t>Blight,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40">
                <a:solidFill>
                  <a:srgbClr val="67524F"/>
                </a:solidFill>
                <a:latin typeface="Tahoma"/>
                <a:cs typeface="Tahoma"/>
              </a:rPr>
              <a:t>Brown</a:t>
            </a:r>
            <a:r>
              <a:rPr dirty="0" sz="145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67524F"/>
                </a:solidFill>
                <a:latin typeface="Tahoma"/>
                <a:cs typeface="Tahoma"/>
              </a:rPr>
              <a:t>Spot,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67524F"/>
                </a:solidFill>
                <a:latin typeface="Tahoma"/>
                <a:cs typeface="Tahoma"/>
              </a:rPr>
              <a:t>Leaf</a:t>
            </a:r>
            <a:r>
              <a:rPr dirty="0" sz="14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67524F"/>
                </a:solidFill>
                <a:latin typeface="Tahoma"/>
                <a:cs typeface="Tahoma"/>
              </a:rPr>
              <a:t>Scald.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6904" y="1679448"/>
            <a:ext cx="4392167" cy="439216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77517" y="5056378"/>
            <a:ext cx="44862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522317"/>
                </a:solidFill>
                <a:latin typeface="Tahoma"/>
                <a:cs typeface="Tahoma"/>
              </a:rPr>
              <a:t>Preprocessing</a:t>
            </a:r>
            <a:r>
              <a:rPr dirty="0" sz="2500" spc="-3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2500" spc="215">
                <a:solidFill>
                  <a:srgbClr val="522317"/>
                </a:solidFill>
                <a:latin typeface="Tahoma"/>
                <a:cs typeface="Tahoma"/>
              </a:rPr>
              <a:t>&amp;</a:t>
            </a:r>
            <a:r>
              <a:rPr dirty="0" sz="2500" spc="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dirty="0" sz="2500" spc="55">
                <a:solidFill>
                  <a:srgbClr val="522317"/>
                </a:solidFill>
                <a:latin typeface="Tahoma"/>
                <a:cs typeface="Tahoma"/>
              </a:rPr>
              <a:t>Augmentation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477517" y="6029730"/>
            <a:ext cx="10147300" cy="58610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450" spc="90">
                <a:solidFill>
                  <a:srgbClr val="67524F"/>
                </a:solidFill>
                <a:latin typeface="Tahoma"/>
                <a:cs typeface="Tahoma"/>
              </a:rPr>
              <a:t>Input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10">
                <a:solidFill>
                  <a:srgbClr val="67524F"/>
                </a:solidFill>
                <a:latin typeface="Tahoma"/>
                <a:cs typeface="Tahoma"/>
              </a:rPr>
              <a:t>Image</a:t>
            </a:r>
            <a:r>
              <a:rPr dirty="0" sz="1450" spc="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-595">
                <a:solidFill>
                  <a:srgbClr val="67524F"/>
                </a:solidFill>
                <a:latin typeface="Tahoma"/>
                <a:cs typeface="Tahoma"/>
              </a:rPr>
              <a:t>→</a:t>
            </a:r>
            <a:r>
              <a:rPr dirty="0" sz="14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Resize(224*224)</a:t>
            </a:r>
            <a:r>
              <a:rPr dirty="0" sz="1450" spc="4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-595">
                <a:solidFill>
                  <a:srgbClr val="67524F"/>
                </a:solidFill>
                <a:latin typeface="Tahoma"/>
                <a:cs typeface="Tahoma"/>
              </a:rPr>
              <a:t>→</a:t>
            </a:r>
            <a:r>
              <a:rPr dirty="0" sz="14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60">
                <a:solidFill>
                  <a:srgbClr val="67524F"/>
                </a:solidFill>
                <a:latin typeface="Tahoma"/>
                <a:cs typeface="Tahoma"/>
              </a:rPr>
              <a:t>RGB</a:t>
            </a:r>
            <a:r>
              <a:rPr dirty="0" sz="1450" spc="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Conversion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-595">
                <a:solidFill>
                  <a:srgbClr val="67524F"/>
                </a:solidFill>
                <a:latin typeface="Tahoma"/>
                <a:cs typeface="Tahoma"/>
              </a:rPr>
              <a:t>→</a:t>
            </a:r>
            <a:r>
              <a:rPr dirty="0" sz="145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0">
                <a:solidFill>
                  <a:srgbClr val="67524F"/>
                </a:solidFill>
                <a:latin typeface="Tahoma"/>
                <a:cs typeface="Tahoma"/>
              </a:rPr>
              <a:t>Convert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67524F"/>
                </a:solidFill>
                <a:latin typeface="Tahoma"/>
                <a:cs typeface="Tahoma"/>
              </a:rPr>
              <a:t>to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67524F"/>
                </a:solidFill>
                <a:latin typeface="Tahoma"/>
                <a:cs typeface="Tahoma"/>
              </a:rPr>
              <a:t>Tensor</a:t>
            </a:r>
            <a:r>
              <a:rPr dirty="0" sz="1450" spc="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-595">
                <a:solidFill>
                  <a:srgbClr val="67524F"/>
                </a:solidFill>
                <a:latin typeface="Tahoma"/>
                <a:cs typeface="Tahoma"/>
              </a:rPr>
              <a:t>→</a:t>
            </a:r>
            <a:r>
              <a:rPr dirty="0" sz="14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0">
                <a:solidFill>
                  <a:srgbClr val="67524F"/>
                </a:solidFill>
                <a:latin typeface="Tahoma"/>
                <a:cs typeface="Tahoma"/>
              </a:rPr>
              <a:t>Normalization(ImageNet</a:t>
            </a:r>
            <a:r>
              <a:rPr dirty="0" sz="1450" spc="9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60">
                <a:solidFill>
                  <a:srgbClr val="67524F"/>
                </a:solidFill>
                <a:latin typeface="Tahoma"/>
                <a:cs typeface="Tahoma"/>
              </a:rPr>
              <a:t>mean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&amp;</a:t>
            </a:r>
            <a:r>
              <a:rPr dirty="0" sz="1450" spc="-10">
                <a:solidFill>
                  <a:srgbClr val="67524F"/>
                </a:solidFill>
                <a:latin typeface="Tahoma"/>
                <a:cs typeface="Tahoma"/>
              </a:rPr>
              <a:t> Std).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450" spc="105">
                <a:solidFill>
                  <a:srgbClr val="67524F"/>
                </a:solidFill>
                <a:latin typeface="Tahoma"/>
                <a:cs typeface="Tahoma"/>
              </a:rPr>
              <a:t>Data</a:t>
            </a:r>
            <a:r>
              <a:rPr dirty="0" sz="14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30">
                <a:solidFill>
                  <a:srgbClr val="67524F"/>
                </a:solidFill>
                <a:latin typeface="Tahoma"/>
                <a:cs typeface="Tahoma"/>
              </a:rPr>
              <a:t>Augmentation</a:t>
            </a:r>
            <a:r>
              <a:rPr dirty="0" sz="1450" spc="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00">
                <a:solidFill>
                  <a:srgbClr val="67524F"/>
                </a:solidFill>
                <a:latin typeface="Tahoma"/>
                <a:cs typeface="Tahoma"/>
              </a:rPr>
              <a:t>Techniques</a:t>
            </a:r>
            <a:r>
              <a:rPr dirty="0" sz="1450" spc="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80">
                <a:solidFill>
                  <a:srgbClr val="67524F"/>
                </a:solidFill>
                <a:latin typeface="Tahoma"/>
                <a:cs typeface="Tahoma"/>
              </a:rPr>
              <a:t>like</a:t>
            </a:r>
            <a:r>
              <a:rPr dirty="0" sz="14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150">
                <a:solidFill>
                  <a:srgbClr val="67524F"/>
                </a:solidFill>
                <a:latin typeface="Tahoma"/>
                <a:cs typeface="Tahoma"/>
              </a:rPr>
              <a:t>random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0">
                <a:solidFill>
                  <a:srgbClr val="67524F"/>
                </a:solidFill>
                <a:latin typeface="Tahoma"/>
                <a:cs typeface="Tahoma"/>
              </a:rPr>
              <a:t>horizontal</a:t>
            </a:r>
            <a:r>
              <a:rPr dirty="0" sz="1450" spc="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flip,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65">
                <a:solidFill>
                  <a:srgbClr val="67524F"/>
                </a:solidFill>
                <a:latin typeface="Tahoma"/>
                <a:cs typeface="Tahoma"/>
              </a:rPr>
              <a:t>rotation,</a:t>
            </a:r>
            <a:r>
              <a:rPr dirty="0" sz="145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90">
                <a:solidFill>
                  <a:srgbClr val="67524F"/>
                </a:solidFill>
                <a:latin typeface="Tahoma"/>
                <a:cs typeface="Tahoma"/>
              </a:rPr>
              <a:t>color</a:t>
            </a:r>
            <a:r>
              <a:rPr dirty="0" sz="14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67524F"/>
                </a:solidFill>
                <a:latin typeface="Tahoma"/>
                <a:cs typeface="Tahoma"/>
              </a:rPr>
              <a:t>jitter,</a:t>
            </a:r>
            <a:r>
              <a:rPr dirty="0" sz="145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67524F"/>
                </a:solidFill>
                <a:latin typeface="Tahoma"/>
                <a:cs typeface="Tahoma"/>
              </a:rPr>
              <a:t>are</a:t>
            </a:r>
            <a:r>
              <a:rPr dirty="0" sz="14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67524F"/>
                </a:solidFill>
                <a:latin typeface="Tahoma"/>
                <a:cs typeface="Tahoma"/>
              </a:rPr>
              <a:t>used.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0" y="0"/>
            <a:ext cx="5492750" cy="8235950"/>
            <a:chOff x="9144000" y="0"/>
            <a:chExt cx="5492750" cy="8235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0"/>
              <a:ext cx="5486400" cy="822959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691871" y="7546847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1"/>
                  </a:lnTo>
                  <a:lnTo>
                    <a:pt x="0" y="568957"/>
                  </a:lnTo>
                  <a:lnTo>
                    <a:pt x="8939" y="613250"/>
                  </a:lnTo>
                  <a:lnTo>
                    <a:pt x="33321" y="649421"/>
                  </a:lnTo>
                  <a:lnTo>
                    <a:pt x="69490" y="673808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8"/>
                  </a:lnTo>
                  <a:lnTo>
                    <a:pt x="1905206" y="649421"/>
                  </a:lnTo>
                  <a:lnTo>
                    <a:pt x="1929588" y="613250"/>
                  </a:lnTo>
                  <a:lnTo>
                    <a:pt x="1938527" y="568957"/>
                  </a:lnTo>
                  <a:lnTo>
                    <a:pt x="1938527" y="113791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691871" y="7546847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1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1"/>
                  </a:lnTo>
                  <a:lnTo>
                    <a:pt x="1938527" y="568957"/>
                  </a:lnTo>
                  <a:lnTo>
                    <a:pt x="1929588" y="613250"/>
                  </a:lnTo>
                  <a:lnTo>
                    <a:pt x="1905206" y="649421"/>
                  </a:lnTo>
                  <a:lnTo>
                    <a:pt x="1869037" y="673808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8"/>
                  </a:lnTo>
                  <a:lnTo>
                    <a:pt x="33321" y="649421"/>
                  </a:lnTo>
                  <a:lnTo>
                    <a:pt x="8939" y="613250"/>
                  </a:lnTo>
                  <a:lnTo>
                    <a:pt x="0" y="568957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1304" y="639267"/>
            <a:ext cx="7449820" cy="468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0">
                <a:solidFill>
                  <a:srgbClr val="74767C"/>
                </a:solidFill>
                <a:latin typeface="Verdana"/>
                <a:cs typeface="Verdana"/>
              </a:rPr>
              <a:t>Seamless</a:t>
            </a:r>
            <a:r>
              <a:rPr dirty="0" sz="2900" spc="-250">
                <a:solidFill>
                  <a:srgbClr val="74767C"/>
                </a:solidFill>
                <a:latin typeface="Verdana"/>
                <a:cs typeface="Verdana"/>
              </a:rPr>
              <a:t> </a:t>
            </a:r>
            <a:r>
              <a:rPr dirty="0" sz="2900" spc="90">
                <a:solidFill>
                  <a:srgbClr val="74767C"/>
                </a:solidFill>
                <a:latin typeface="Verdana"/>
                <a:cs typeface="Verdana"/>
              </a:rPr>
              <a:t>Workflow</a:t>
            </a:r>
            <a:r>
              <a:rPr dirty="0" sz="2900" spc="-275">
                <a:solidFill>
                  <a:srgbClr val="74767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74767C"/>
                </a:solidFill>
                <a:latin typeface="Verdana"/>
                <a:cs typeface="Verdana"/>
              </a:rPr>
              <a:t>for</a:t>
            </a:r>
            <a:r>
              <a:rPr dirty="0" sz="2900" spc="-240">
                <a:solidFill>
                  <a:srgbClr val="74767C"/>
                </a:solidFill>
                <a:latin typeface="Verdana"/>
                <a:cs typeface="Verdana"/>
              </a:rPr>
              <a:t> </a:t>
            </a:r>
            <a:r>
              <a:rPr dirty="0" sz="2900" spc="75">
                <a:solidFill>
                  <a:srgbClr val="74767C"/>
                </a:solidFill>
                <a:latin typeface="Verdana"/>
                <a:cs typeface="Verdana"/>
              </a:rPr>
              <a:t>Rapid</a:t>
            </a:r>
            <a:r>
              <a:rPr dirty="0" sz="2900" spc="-240">
                <a:solidFill>
                  <a:srgbClr val="74767C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74767C"/>
                </a:solidFill>
                <a:latin typeface="Verdana"/>
                <a:cs typeface="Verdana"/>
              </a:rPr>
              <a:t>Diagnosis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89431" y="1520952"/>
            <a:ext cx="600710" cy="893444"/>
            <a:chOff x="789431" y="1520952"/>
            <a:chExt cx="600710" cy="893444"/>
          </a:xfrm>
        </p:grpSpPr>
        <p:sp>
          <p:nvSpPr>
            <p:cNvPr id="8" name="object 8" descr=""/>
            <p:cNvSpPr/>
            <p:nvPr/>
          </p:nvSpPr>
          <p:spPr>
            <a:xfrm>
              <a:off x="794003" y="1525524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19">
                  <a:moveTo>
                    <a:pt x="295655" y="0"/>
                  </a:moveTo>
                  <a:lnTo>
                    <a:pt x="247699" y="3868"/>
                  </a:lnTo>
                  <a:lnTo>
                    <a:pt x="202206" y="15069"/>
                  </a:lnTo>
                  <a:lnTo>
                    <a:pt x="159786" y="32993"/>
                  </a:lnTo>
                  <a:lnTo>
                    <a:pt x="121046" y="57034"/>
                  </a:lnTo>
                  <a:lnTo>
                    <a:pt x="86596" y="86582"/>
                  </a:lnTo>
                  <a:lnTo>
                    <a:pt x="57045" y="121029"/>
                  </a:lnTo>
                  <a:lnTo>
                    <a:pt x="33001" y="159769"/>
                  </a:lnTo>
                  <a:lnTo>
                    <a:pt x="15072" y="202192"/>
                  </a:lnTo>
                  <a:lnTo>
                    <a:pt x="3869" y="247690"/>
                  </a:lnTo>
                  <a:lnTo>
                    <a:pt x="0" y="295655"/>
                  </a:lnTo>
                  <a:lnTo>
                    <a:pt x="0" y="588263"/>
                  </a:lnTo>
                  <a:lnTo>
                    <a:pt x="3869" y="636229"/>
                  </a:lnTo>
                  <a:lnTo>
                    <a:pt x="15072" y="681727"/>
                  </a:lnTo>
                  <a:lnTo>
                    <a:pt x="33001" y="724150"/>
                  </a:lnTo>
                  <a:lnTo>
                    <a:pt x="57045" y="762890"/>
                  </a:lnTo>
                  <a:lnTo>
                    <a:pt x="86596" y="797337"/>
                  </a:lnTo>
                  <a:lnTo>
                    <a:pt x="121046" y="826885"/>
                  </a:lnTo>
                  <a:lnTo>
                    <a:pt x="159786" y="850926"/>
                  </a:lnTo>
                  <a:lnTo>
                    <a:pt x="202206" y="868850"/>
                  </a:lnTo>
                  <a:lnTo>
                    <a:pt x="247699" y="880051"/>
                  </a:lnTo>
                  <a:lnTo>
                    <a:pt x="295655" y="883920"/>
                  </a:lnTo>
                  <a:lnTo>
                    <a:pt x="343612" y="880051"/>
                  </a:lnTo>
                  <a:lnTo>
                    <a:pt x="389105" y="868850"/>
                  </a:lnTo>
                  <a:lnTo>
                    <a:pt x="431525" y="850926"/>
                  </a:lnTo>
                  <a:lnTo>
                    <a:pt x="470265" y="826885"/>
                  </a:lnTo>
                  <a:lnTo>
                    <a:pt x="504715" y="797337"/>
                  </a:lnTo>
                  <a:lnTo>
                    <a:pt x="534266" y="762890"/>
                  </a:lnTo>
                  <a:lnTo>
                    <a:pt x="558310" y="724150"/>
                  </a:lnTo>
                  <a:lnTo>
                    <a:pt x="576239" y="681727"/>
                  </a:lnTo>
                  <a:lnTo>
                    <a:pt x="587442" y="636229"/>
                  </a:lnTo>
                  <a:lnTo>
                    <a:pt x="591311" y="588263"/>
                  </a:lnTo>
                  <a:lnTo>
                    <a:pt x="591311" y="295655"/>
                  </a:lnTo>
                  <a:lnTo>
                    <a:pt x="587442" y="247690"/>
                  </a:lnTo>
                  <a:lnTo>
                    <a:pt x="576239" y="202192"/>
                  </a:lnTo>
                  <a:lnTo>
                    <a:pt x="558310" y="159769"/>
                  </a:lnTo>
                  <a:lnTo>
                    <a:pt x="534266" y="121029"/>
                  </a:lnTo>
                  <a:lnTo>
                    <a:pt x="504715" y="86582"/>
                  </a:lnTo>
                  <a:lnTo>
                    <a:pt x="470265" y="57034"/>
                  </a:lnTo>
                  <a:lnTo>
                    <a:pt x="431525" y="32993"/>
                  </a:lnTo>
                  <a:lnTo>
                    <a:pt x="389105" y="15069"/>
                  </a:lnTo>
                  <a:lnTo>
                    <a:pt x="343612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94003" y="1525524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19">
                  <a:moveTo>
                    <a:pt x="0" y="295655"/>
                  </a:moveTo>
                  <a:lnTo>
                    <a:pt x="3869" y="247690"/>
                  </a:lnTo>
                  <a:lnTo>
                    <a:pt x="15072" y="202192"/>
                  </a:lnTo>
                  <a:lnTo>
                    <a:pt x="33001" y="159769"/>
                  </a:lnTo>
                  <a:lnTo>
                    <a:pt x="57045" y="121029"/>
                  </a:lnTo>
                  <a:lnTo>
                    <a:pt x="86596" y="86582"/>
                  </a:lnTo>
                  <a:lnTo>
                    <a:pt x="121046" y="57034"/>
                  </a:lnTo>
                  <a:lnTo>
                    <a:pt x="159786" y="32993"/>
                  </a:lnTo>
                  <a:lnTo>
                    <a:pt x="202206" y="15069"/>
                  </a:lnTo>
                  <a:lnTo>
                    <a:pt x="247699" y="3868"/>
                  </a:lnTo>
                  <a:lnTo>
                    <a:pt x="295655" y="0"/>
                  </a:lnTo>
                  <a:lnTo>
                    <a:pt x="343612" y="3868"/>
                  </a:lnTo>
                  <a:lnTo>
                    <a:pt x="389105" y="15069"/>
                  </a:lnTo>
                  <a:lnTo>
                    <a:pt x="431525" y="32993"/>
                  </a:lnTo>
                  <a:lnTo>
                    <a:pt x="470265" y="57034"/>
                  </a:lnTo>
                  <a:lnTo>
                    <a:pt x="504715" y="86582"/>
                  </a:lnTo>
                  <a:lnTo>
                    <a:pt x="534266" y="121029"/>
                  </a:lnTo>
                  <a:lnTo>
                    <a:pt x="558310" y="159769"/>
                  </a:lnTo>
                  <a:lnTo>
                    <a:pt x="576239" y="202192"/>
                  </a:lnTo>
                  <a:lnTo>
                    <a:pt x="587442" y="247690"/>
                  </a:lnTo>
                  <a:lnTo>
                    <a:pt x="591311" y="295655"/>
                  </a:lnTo>
                  <a:lnTo>
                    <a:pt x="591311" y="588263"/>
                  </a:lnTo>
                  <a:lnTo>
                    <a:pt x="587442" y="636229"/>
                  </a:lnTo>
                  <a:lnTo>
                    <a:pt x="576239" y="681727"/>
                  </a:lnTo>
                  <a:lnTo>
                    <a:pt x="558310" y="724150"/>
                  </a:lnTo>
                  <a:lnTo>
                    <a:pt x="534266" y="762890"/>
                  </a:lnTo>
                  <a:lnTo>
                    <a:pt x="504715" y="797337"/>
                  </a:lnTo>
                  <a:lnTo>
                    <a:pt x="470265" y="826885"/>
                  </a:lnTo>
                  <a:lnTo>
                    <a:pt x="431525" y="850926"/>
                  </a:lnTo>
                  <a:lnTo>
                    <a:pt x="389105" y="868850"/>
                  </a:lnTo>
                  <a:lnTo>
                    <a:pt x="343612" y="880051"/>
                  </a:lnTo>
                  <a:lnTo>
                    <a:pt x="295655" y="883920"/>
                  </a:lnTo>
                  <a:lnTo>
                    <a:pt x="247699" y="880051"/>
                  </a:lnTo>
                  <a:lnTo>
                    <a:pt x="202206" y="868850"/>
                  </a:lnTo>
                  <a:lnTo>
                    <a:pt x="159786" y="850926"/>
                  </a:lnTo>
                  <a:lnTo>
                    <a:pt x="121046" y="826885"/>
                  </a:lnTo>
                  <a:lnTo>
                    <a:pt x="86596" y="797337"/>
                  </a:lnTo>
                  <a:lnTo>
                    <a:pt x="57045" y="762890"/>
                  </a:lnTo>
                  <a:lnTo>
                    <a:pt x="33001" y="724150"/>
                  </a:lnTo>
                  <a:lnTo>
                    <a:pt x="15072" y="681727"/>
                  </a:lnTo>
                  <a:lnTo>
                    <a:pt x="3869" y="636229"/>
                  </a:lnTo>
                  <a:lnTo>
                    <a:pt x="0" y="588263"/>
                  </a:lnTo>
                  <a:lnTo>
                    <a:pt x="0" y="295655"/>
                  </a:lnTo>
                  <a:close/>
                </a:path>
              </a:pathLst>
            </a:custGeom>
            <a:ln w="9144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407" y="1856232"/>
              <a:ext cx="219456" cy="219456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789431" y="2502407"/>
            <a:ext cx="600710" cy="893444"/>
            <a:chOff x="789431" y="2502407"/>
            <a:chExt cx="600710" cy="893444"/>
          </a:xfrm>
        </p:grpSpPr>
        <p:sp>
          <p:nvSpPr>
            <p:cNvPr id="12" name="object 12" descr=""/>
            <p:cNvSpPr/>
            <p:nvPr/>
          </p:nvSpPr>
          <p:spPr>
            <a:xfrm>
              <a:off x="794003" y="2506979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295655" y="0"/>
                  </a:moveTo>
                  <a:lnTo>
                    <a:pt x="247699" y="3868"/>
                  </a:lnTo>
                  <a:lnTo>
                    <a:pt x="202206" y="15069"/>
                  </a:lnTo>
                  <a:lnTo>
                    <a:pt x="159786" y="32993"/>
                  </a:lnTo>
                  <a:lnTo>
                    <a:pt x="121046" y="57034"/>
                  </a:lnTo>
                  <a:lnTo>
                    <a:pt x="86596" y="86582"/>
                  </a:lnTo>
                  <a:lnTo>
                    <a:pt x="57045" y="121029"/>
                  </a:lnTo>
                  <a:lnTo>
                    <a:pt x="33001" y="159769"/>
                  </a:lnTo>
                  <a:lnTo>
                    <a:pt x="15072" y="202192"/>
                  </a:lnTo>
                  <a:lnTo>
                    <a:pt x="3869" y="247690"/>
                  </a:lnTo>
                  <a:lnTo>
                    <a:pt x="0" y="295656"/>
                  </a:lnTo>
                  <a:lnTo>
                    <a:pt x="0" y="588264"/>
                  </a:lnTo>
                  <a:lnTo>
                    <a:pt x="3869" y="636229"/>
                  </a:lnTo>
                  <a:lnTo>
                    <a:pt x="15072" y="681727"/>
                  </a:lnTo>
                  <a:lnTo>
                    <a:pt x="33001" y="724150"/>
                  </a:lnTo>
                  <a:lnTo>
                    <a:pt x="57045" y="762890"/>
                  </a:lnTo>
                  <a:lnTo>
                    <a:pt x="86596" y="797337"/>
                  </a:lnTo>
                  <a:lnTo>
                    <a:pt x="121046" y="826885"/>
                  </a:lnTo>
                  <a:lnTo>
                    <a:pt x="159786" y="850926"/>
                  </a:lnTo>
                  <a:lnTo>
                    <a:pt x="202206" y="868850"/>
                  </a:lnTo>
                  <a:lnTo>
                    <a:pt x="247699" y="880051"/>
                  </a:lnTo>
                  <a:lnTo>
                    <a:pt x="295655" y="883920"/>
                  </a:lnTo>
                  <a:lnTo>
                    <a:pt x="343612" y="880051"/>
                  </a:lnTo>
                  <a:lnTo>
                    <a:pt x="389105" y="868850"/>
                  </a:lnTo>
                  <a:lnTo>
                    <a:pt x="431525" y="850926"/>
                  </a:lnTo>
                  <a:lnTo>
                    <a:pt x="470265" y="826885"/>
                  </a:lnTo>
                  <a:lnTo>
                    <a:pt x="504715" y="797337"/>
                  </a:lnTo>
                  <a:lnTo>
                    <a:pt x="534266" y="762890"/>
                  </a:lnTo>
                  <a:lnTo>
                    <a:pt x="558310" y="724150"/>
                  </a:lnTo>
                  <a:lnTo>
                    <a:pt x="576239" y="681727"/>
                  </a:lnTo>
                  <a:lnTo>
                    <a:pt x="587442" y="636229"/>
                  </a:lnTo>
                  <a:lnTo>
                    <a:pt x="591311" y="588264"/>
                  </a:lnTo>
                  <a:lnTo>
                    <a:pt x="591311" y="295656"/>
                  </a:lnTo>
                  <a:lnTo>
                    <a:pt x="587442" y="247690"/>
                  </a:lnTo>
                  <a:lnTo>
                    <a:pt x="576239" y="202192"/>
                  </a:lnTo>
                  <a:lnTo>
                    <a:pt x="558310" y="159769"/>
                  </a:lnTo>
                  <a:lnTo>
                    <a:pt x="534266" y="121029"/>
                  </a:lnTo>
                  <a:lnTo>
                    <a:pt x="504715" y="86582"/>
                  </a:lnTo>
                  <a:lnTo>
                    <a:pt x="470265" y="57034"/>
                  </a:lnTo>
                  <a:lnTo>
                    <a:pt x="431525" y="32993"/>
                  </a:lnTo>
                  <a:lnTo>
                    <a:pt x="389105" y="15069"/>
                  </a:lnTo>
                  <a:lnTo>
                    <a:pt x="343612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94003" y="2506979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0" y="295656"/>
                  </a:moveTo>
                  <a:lnTo>
                    <a:pt x="3869" y="247690"/>
                  </a:lnTo>
                  <a:lnTo>
                    <a:pt x="15072" y="202192"/>
                  </a:lnTo>
                  <a:lnTo>
                    <a:pt x="33001" y="159769"/>
                  </a:lnTo>
                  <a:lnTo>
                    <a:pt x="57045" y="121029"/>
                  </a:lnTo>
                  <a:lnTo>
                    <a:pt x="86596" y="86582"/>
                  </a:lnTo>
                  <a:lnTo>
                    <a:pt x="121046" y="57034"/>
                  </a:lnTo>
                  <a:lnTo>
                    <a:pt x="159786" y="32993"/>
                  </a:lnTo>
                  <a:lnTo>
                    <a:pt x="202206" y="15069"/>
                  </a:lnTo>
                  <a:lnTo>
                    <a:pt x="247699" y="3868"/>
                  </a:lnTo>
                  <a:lnTo>
                    <a:pt x="295655" y="0"/>
                  </a:lnTo>
                  <a:lnTo>
                    <a:pt x="343612" y="3868"/>
                  </a:lnTo>
                  <a:lnTo>
                    <a:pt x="389105" y="15069"/>
                  </a:lnTo>
                  <a:lnTo>
                    <a:pt x="431525" y="32993"/>
                  </a:lnTo>
                  <a:lnTo>
                    <a:pt x="470265" y="57034"/>
                  </a:lnTo>
                  <a:lnTo>
                    <a:pt x="504715" y="86582"/>
                  </a:lnTo>
                  <a:lnTo>
                    <a:pt x="534266" y="121029"/>
                  </a:lnTo>
                  <a:lnTo>
                    <a:pt x="558310" y="159769"/>
                  </a:lnTo>
                  <a:lnTo>
                    <a:pt x="576239" y="202192"/>
                  </a:lnTo>
                  <a:lnTo>
                    <a:pt x="587442" y="247690"/>
                  </a:lnTo>
                  <a:lnTo>
                    <a:pt x="591311" y="295656"/>
                  </a:lnTo>
                  <a:lnTo>
                    <a:pt x="591311" y="588264"/>
                  </a:lnTo>
                  <a:lnTo>
                    <a:pt x="587442" y="636229"/>
                  </a:lnTo>
                  <a:lnTo>
                    <a:pt x="576239" y="681727"/>
                  </a:lnTo>
                  <a:lnTo>
                    <a:pt x="558310" y="724150"/>
                  </a:lnTo>
                  <a:lnTo>
                    <a:pt x="534266" y="762890"/>
                  </a:lnTo>
                  <a:lnTo>
                    <a:pt x="504715" y="797337"/>
                  </a:lnTo>
                  <a:lnTo>
                    <a:pt x="470265" y="826885"/>
                  </a:lnTo>
                  <a:lnTo>
                    <a:pt x="431525" y="850926"/>
                  </a:lnTo>
                  <a:lnTo>
                    <a:pt x="389105" y="868850"/>
                  </a:lnTo>
                  <a:lnTo>
                    <a:pt x="343612" y="880051"/>
                  </a:lnTo>
                  <a:lnTo>
                    <a:pt x="295655" y="883920"/>
                  </a:lnTo>
                  <a:lnTo>
                    <a:pt x="247699" y="880051"/>
                  </a:lnTo>
                  <a:lnTo>
                    <a:pt x="202206" y="868850"/>
                  </a:lnTo>
                  <a:lnTo>
                    <a:pt x="159786" y="850926"/>
                  </a:lnTo>
                  <a:lnTo>
                    <a:pt x="121046" y="826885"/>
                  </a:lnTo>
                  <a:lnTo>
                    <a:pt x="86596" y="797337"/>
                  </a:lnTo>
                  <a:lnTo>
                    <a:pt x="57045" y="762890"/>
                  </a:lnTo>
                  <a:lnTo>
                    <a:pt x="33001" y="724150"/>
                  </a:lnTo>
                  <a:lnTo>
                    <a:pt x="15072" y="681727"/>
                  </a:lnTo>
                  <a:lnTo>
                    <a:pt x="3869" y="636229"/>
                  </a:lnTo>
                  <a:lnTo>
                    <a:pt x="0" y="588264"/>
                  </a:lnTo>
                  <a:lnTo>
                    <a:pt x="0" y="295656"/>
                  </a:lnTo>
                  <a:close/>
                </a:path>
              </a:pathLst>
            </a:custGeom>
            <a:ln w="9144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7" y="2834639"/>
              <a:ext cx="219456" cy="222503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789431" y="3480815"/>
            <a:ext cx="600710" cy="893444"/>
            <a:chOff x="789431" y="3480815"/>
            <a:chExt cx="600710" cy="893444"/>
          </a:xfrm>
        </p:grpSpPr>
        <p:sp>
          <p:nvSpPr>
            <p:cNvPr id="16" name="object 16" descr=""/>
            <p:cNvSpPr/>
            <p:nvPr/>
          </p:nvSpPr>
          <p:spPr>
            <a:xfrm>
              <a:off x="794003" y="3485387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295655" y="0"/>
                  </a:moveTo>
                  <a:lnTo>
                    <a:pt x="247699" y="3868"/>
                  </a:lnTo>
                  <a:lnTo>
                    <a:pt x="202206" y="15069"/>
                  </a:lnTo>
                  <a:lnTo>
                    <a:pt x="159786" y="32993"/>
                  </a:lnTo>
                  <a:lnTo>
                    <a:pt x="121046" y="57034"/>
                  </a:lnTo>
                  <a:lnTo>
                    <a:pt x="86596" y="86582"/>
                  </a:lnTo>
                  <a:lnTo>
                    <a:pt x="57045" y="121029"/>
                  </a:lnTo>
                  <a:lnTo>
                    <a:pt x="33001" y="159769"/>
                  </a:lnTo>
                  <a:lnTo>
                    <a:pt x="15072" y="202192"/>
                  </a:lnTo>
                  <a:lnTo>
                    <a:pt x="3869" y="247690"/>
                  </a:lnTo>
                  <a:lnTo>
                    <a:pt x="0" y="295656"/>
                  </a:lnTo>
                  <a:lnTo>
                    <a:pt x="0" y="588263"/>
                  </a:lnTo>
                  <a:lnTo>
                    <a:pt x="3869" y="636229"/>
                  </a:lnTo>
                  <a:lnTo>
                    <a:pt x="15072" y="681727"/>
                  </a:lnTo>
                  <a:lnTo>
                    <a:pt x="33001" y="724150"/>
                  </a:lnTo>
                  <a:lnTo>
                    <a:pt x="57045" y="762890"/>
                  </a:lnTo>
                  <a:lnTo>
                    <a:pt x="86596" y="797337"/>
                  </a:lnTo>
                  <a:lnTo>
                    <a:pt x="121046" y="826885"/>
                  </a:lnTo>
                  <a:lnTo>
                    <a:pt x="159786" y="850926"/>
                  </a:lnTo>
                  <a:lnTo>
                    <a:pt x="202206" y="868850"/>
                  </a:lnTo>
                  <a:lnTo>
                    <a:pt x="247699" y="880051"/>
                  </a:lnTo>
                  <a:lnTo>
                    <a:pt x="295655" y="883920"/>
                  </a:lnTo>
                  <a:lnTo>
                    <a:pt x="343612" y="880051"/>
                  </a:lnTo>
                  <a:lnTo>
                    <a:pt x="389105" y="868850"/>
                  </a:lnTo>
                  <a:lnTo>
                    <a:pt x="431525" y="850926"/>
                  </a:lnTo>
                  <a:lnTo>
                    <a:pt x="470265" y="826885"/>
                  </a:lnTo>
                  <a:lnTo>
                    <a:pt x="504715" y="797337"/>
                  </a:lnTo>
                  <a:lnTo>
                    <a:pt x="534266" y="762890"/>
                  </a:lnTo>
                  <a:lnTo>
                    <a:pt x="558310" y="724150"/>
                  </a:lnTo>
                  <a:lnTo>
                    <a:pt x="576239" y="681727"/>
                  </a:lnTo>
                  <a:lnTo>
                    <a:pt x="587442" y="636229"/>
                  </a:lnTo>
                  <a:lnTo>
                    <a:pt x="591311" y="588263"/>
                  </a:lnTo>
                  <a:lnTo>
                    <a:pt x="591311" y="295656"/>
                  </a:lnTo>
                  <a:lnTo>
                    <a:pt x="587442" y="247690"/>
                  </a:lnTo>
                  <a:lnTo>
                    <a:pt x="576239" y="202192"/>
                  </a:lnTo>
                  <a:lnTo>
                    <a:pt x="558310" y="159769"/>
                  </a:lnTo>
                  <a:lnTo>
                    <a:pt x="534266" y="121029"/>
                  </a:lnTo>
                  <a:lnTo>
                    <a:pt x="504715" y="86582"/>
                  </a:lnTo>
                  <a:lnTo>
                    <a:pt x="470265" y="57034"/>
                  </a:lnTo>
                  <a:lnTo>
                    <a:pt x="431525" y="32993"/>
                  </a:lnTo>
                  <a:lnTo>
                    <a:pt x="389105" y="15069"/>
                  </a:lnTo>
                  <a:lnTo>
                    <a:pt x="343612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94003" y="3485387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0" y="295656"/>
                  </a:moveTo>
                  <a:lnTo>
                    <a:pt x="3869" y="247690"/>
                  </a:lnTo>
                  <a:lnTo>
                    <a:pt x="15072" y="202192"/>
                  </a:lnTo>
                  <a:lnTo>
                    <a:pt x="33001" y="159769"/>
                  </a:lnTo>
                  <a:lnTo>
                    <a:pt x="57045" y="121029"/>
                  </a:lnTo>
                  <a:lnTo>
                    <a:pt x="86596" y="86582"/>
                  </a:lnTo>
                  <a:lnTo>
                    <a:pt x="121046" y="57034"/>
                  </a:lnTo>
                  <a:lnTo>
                    <a:pt x="159786" y="32993"/>
                  </a:lnTo>
                  <a:lnTo>
                    <a:pt x="202206" y="15069"/>
                  </a:lnTo>
                  <a:lnTo>
                    <a:pt x="247699" y="3868"/>
                  </a:lnTo>
                  <a:lnTo>
                    <a:pt x="295655" y="0"/>
                  </a:lnTo>
                  <a:lnTo>
                    <a:pt x="343612" y="3868"/>
                  </a:lnTo>
                  <a:lnTo>
                    <a:pt x="389105" y="15069"/>
                  </a:lnTo>
                  <a:lnTo>
                    <a:pt x="431525" y="32993"/>
                  </a:lnTo>
                  <a:lnTo>
                    <a:pt x="470265" y="57034"/>
                  </a:lnTo>
                  <a:lnTo>
                    <a:pt x="504715" y="86582"/>
                  </a:lnTo>
                  <a:lnTo>
                    <a:pt x="534266" y="121029"/>
                  </a:lnTo>
                  <a:lnTo>
                    <a:pt x="558310" y="159769"/>
                  </a:lnTo>
                  <a:lnTo>
                    <a:pt x="576239" y="202192"/>
                  </a:lnTo>
                  <a:lnTo>
                    <a:pt x="587442" y="247690"/>
                  </a:lnTo>
                  <a:lnTo>
                    <a:pt x="591311" y="295656"/>
                  </a:lnTo>
                  <a:lnTo>
                    <a:pt x="591311" y="588263"/>
                  </a:lnTo>
                  <a:lnTo>
                    <a:pt x="587442" y="636229"/>
                  </a:lnTo>
                  <a:lnTo>
                    <a:pt x="576239" y="681727"/>
                  </a:lnTo>
                  <a:lnTo>
                    <a:pt x="558310" y="724150"/>
                  </a:lnTo>
                  <a:lnTo>
                    <a:pt x="534266" y="762890"/>
                  </a:lnTo>
                  <a:lnTo>
                    <a:pt x="504715" y="797337"/>
                  </a:lnTo>
                  <a:lnTo>
                    <a:pt x="470265" y="826885"/>
                  </a:lnTo>
                  <a:lnTo>
                    <a:pt x="431525" y="850926"/>
                  </a:lnTo>
                  <a:lnTo>
                    <a:pt x="389105" y="868850"/>
                  </a:lnTo>
                  <a:lnTo>
                    <a:pt x="343612" y="880051"/>
                  </a:lnTo>
                  <a:lnTo>
                    <a:pt x="295655" y="883920"/>
                  </a:lnTo>
                  <a:lnTo>
                    <a:pt x="247699" y="880051"/>
                  </a:lnTo>
                  <a:lnTo>
                    <a:pt x="202206" y="868850"/>
                  </a:lnTo>
                  <a:lnTo>
                    <a:pt x="159786" y="850926"/>
                  </a:lnTo>
                  <a:lnTo>
                    <a:pt x="121046" y="826885"/>
                  </a:lnTo>
                  <a:lnTo>
                    <a:pt x="86596" y="797337"/>
                  </a:lnTo>
                  <a:lnTo>
                    <a:pt x="57045" y="762890"/>
                  </a:lnTo>
                  <a:lnTo>
                    <a:pt x="33001" y="724150"/>
                  </a:lnTo>
                  <a:lnTo>
                    <a:pt x="15072" y="681727"/>
                  </a:lnTo>
                  <a:lnTo>
                    <a:pt x="3869" y="636229"/>
                  </a:lnTo>
                  <a:lnTo>
                    <a:pt x="0" y="588263"/>
                  </a:lnTo>
                  <a:lnTo>
                    <a:pt x="0" y="295656"/>
                  </a:lnTo>
                  <a:close/>
                </a:path>
              </a:pathLst>
            </a:custGeom>
            <a:ln w="9144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8407" y="3816095"/>
              <a:ext cx="219456" cy="222503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789431" y="4462271"/>
            <a:ext cx="600710" cy="893444"/>
            <a:chOff x="789431" y="4462271"/>
            <a:chExt cx="600710" cy="893444"/>
          </a:xfrm>
        </p:grpSpPr>
        <p:sp>
          <p:nvSpPr>
            <p:cNvPr id="20" name="object 20" descr=""/>
            <p:cNvSpPr/>
            <p:nvPr/>
          </p:nvSpPr>
          <p:spPr>
            <a:xfrm>
              <a:off x="794003" y="4466843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295655" y="0"/>
                  </a:moveTo>
                  <a:lnTo>
                    <a:pt x="247699" y="3868"/>
                  </a:lnTo>
                  <a:lnTo>
                    <a:pt x="202206" y="15069"/>
                  </a:lnTo>
                  <a:lnTo>
                    <a:pt x="159786" y="32993"/>
                  </a:lnTo>
                  <a:lnTo>
                    <a:pt x="121046" y="57034"/>
                  </a:lnTo>
                  <a:lnTo>
                    <a:pt x="86596" y="86582"/>
                  </a:lnTo>
                  <a:lnTo>
                    <a:pt x="57045" y="121029"/>
                  </a:lnTo>
                  <a:lnTo>
                    <a:pt x="33001" y="159769"/>
                  </a:lnTo>
                  <a:lnTo>
                    <a:pt x="15072" y="202192"/>
                  </a:lnTo>
                  <a:lnTo>
                    <a:pt x="3869" y="247690"/>
                  </a:lnTo>
                  <a:lnTo>
                    <a:pt x="0" y="295655"/>
                  </a:lnTo>
                  <a:lnTo>
                    <a:pt x="0" y="588263"/>
                  </a:lnTo>
                  <a:lnTo>
                    <a:pt x="3869" y="636229"/>
                  </a:lnTo>
                  <a:lnTo>
                    <a:pt x="15072" y="681727"/>
                  </a:lnTo>
                  <a:lnTo>
                    <a:pt x="33001" y="724150"/>
                  </a:lnTo>
                  <a:lnTo>
                    <a:pt x="57045" y="762890"/>
                  </a:lnTo>
                  <a:lnTo>
                    <a:pt x="86596" y="797337"/>
                  </a:lnTo>
                  <a:lnTo>
                    <a:pt x="121046" y="826885"/>
                  </a:lnTo>
                  <a:lnTo>
                    <a:pt x="159786" y="850926"/>
                  </a:lnTo>
                  <a:lnTo>
                    <a:pt x="202206" y="868850"/>
                  </a:lnTo>
                  <a:lnTo>
                    <a:pt x="247699" y="880051"/>
                  </a:lnTo>
                  <a:lnTo>
                    <a:pt x="295655" y="883919"/>
                  </a:lnTo>
                  <a:lnTo>
                    <a:pt x="343612" y="880051"/>
                  </a:lnTo>
                  <a:lnTo>
                    <a:pt x="389105" y="868850"/>
                  </a:lnTo>
                  <a:lnTo>
                    <a:pt x="431525" y="850926"/>
                  </a:lnTo>
                  <a:lnTo>
                    <a:pt x="470265" y="826885"/>
                  </a:lnTo>
                  <a:lnTo>
                    <a:pt x="504715" y="797337"/>
                  </a:lnTo>
                  <a:lnTo>
                    <a:pt x="534266" y="762890"/>
                  </a:lnTo>
                  <a:lnTo>
                    <a:pt x="558310" y="724150"/>
                  </a:lnTo>
                  <a:lnTo>
                    <a:pt x="576239" y="681727"/>
                  </a:lnTo>
                  <a:lnTo>
                    <a:pt x="587442" y="636229"/>
                  </a:lnTo>
                  <a:lnTo>
                    <a:pt x="591311" y="588263"/>
                  </a:lnTo>
                  <a:lnTo>
                    <a:pt x="591311" y="295655"/>
                  </a:lnTo>
                  <a:lnTo>
                    <a:pt x="587442" y="247690"/>
                  </a:lnTo>
                  <a:lnTo>
                    <a:pt x="576239" y="202192"/>
                  </a:lnTo>
                  <a:lnTo>
                    <a:pt x="558310" y="159769"/>
                  </a:lnTo>
                  <a:lnTo>
                    <a:pt x="534266" y="121029"/>
                  </a:lnTo>
                  <a:lnTo>
                    <a:pt x="504715" y="86582"/>
                  </a:lnTo>
                  <a:lnTo>
                    <a:pt x="470265" y="57034"/>
                  </a:lnTo>
                  <a:lnTo>
                    <a:pt x="431525" y="32993"/>
                  </a:lnTo>
                  <a:lnTo>
                    <a:pt x="389105" y="15069"/>
                  </a:lnTo>
                  <a:lnTo>
                    <a:pt x="343612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94003" y="4466843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0" y="295655"/>
                  </a:moveTo>
                  <a:lnTo>
                    <a:pt x="3869" y="247690"/>
                  </a:lnTo>
                  <a:lnTo>
                    <a:pt x="15072" y="202192"/>
                  </a:lnTo>
                  <a:lnTo>
                    <a:pt x="33001" y="159769"/>
                  </a:lnTo>
                  <a:lnTo>
                    <a:pt x="57045" y="121029"/>
                  </a:lnTo>
                  <a:lnTo>
                    <a:pt x="86596" y="86582"/>
                  </a:lnTo>
                  <a:lnTo>
                    <a:pt x="121046" y="57034"/>
                  </a:lnTo>
                  <a:lnTo>
                    <a:pt x="159786" y="32993"/>
                  </a:lnTo>
                  <a:lnTo>
                    <a:pt x="202206" y="15069"/>
                  </a:lnTo>
                  <a:lnTo>
                    <a:pt x="247699" y="3868"/>
                  </a:lnTo>
                  <a:lnTo>
                    <a:pt x="295655" y="0"/>
                  </a:lnTo>
                  <a:lnTo>
                    <a:pt x="343612" y="3868"/>
                  </a:lnTo>
                  <a:lnTo>
                    <a:pt x="389105" y="15069"/>
                  </a:lnTo>
                  <a:lnTo>
                    <a:pt x="431525" y="32993"/>
                  </a:lnTo>
                  <a:lnTo>
                    <a:pt x="470265" y="57034"/>
                  </a:lnTo>
                  <a:lnTo>
                    <a:pt x="504715" y="86582"/>
                  </a:lnTo>
                  <a:lnTo>
                    <a:pt x="534266" y="121029"/>
                  </a:lnTo>
                  <a:lnTo>
                    <a:pt x="558310" y="159769"/>
                  </a:lnTo>
                  <a:lnTo>
                    <a:pt x="576239" y="202192"/>
                  </a:lnTo>
                  <a:lnTo>
                    <a:pt x="587442" y="247690"/>
                  </a:lnTo>
                  <a:lnTo>
                    <a:pt x="591311" y="295655"/>
                  </a:lnTo>
                  <a:lnTo>
                    <a:pt x="591311" y="588263"/>
                  </a:lnTo>
                  <a:lnTo>
                    <a:pt x="587442" y="636229"/>
                  </a:lnTo>
                  <a:lnTo>
                    <a:pt x="576239" y="681727"/>
                  </a:lnTo>
                  <a:lnTo>
                    <a:pt x="558310" y="724150"/>
                  </a:lnTo>
                  <a:lnTo>
                    <a:pt x="534266" y="762890"/>
                  </a:lnTo>
                  <a:lnTo>
                    <a:pt x="504715" y="797337"/>
                  </a:lnTo>
                  <a:lnTo>
                    <a:pt x="470265" y="826885"/>
                  </a:lnTo>
                  <a:lnTo>
                    <a:pt x="431525" y="850926"/>
                  </a:lnTo>
                  <a:lnTo>
                    <a:pt x="389105" y="868850"/>
                  </a:lnTo>
                  <a:lnTo>
                    <a:pt x="343612" y="880051"/>
                  </a:lnTo>
                  <a:lnTo>
                    <a:pt x="295655" y="883919"/>
                  </a:lnTo>
                  <a:lnTo>
                    <a:pt x="247699" y="880051"/>
                  </a:lnTo>
                  <a:lnTo>
                    <a:pt x="202206" y="868850"/>
                  </a:lnTo>
                  <a:lnTo>
                    <a:pt x="159786" y="850926"/>
                  </a:lnTo>
                  <a:lnTo>
                    <a:pt x="121046" y="826885"/>
                  </a:lnTo>
                  <a:lnTo>
                    <a:pt x="86596" y="797337"/>
                  </a:lnTo>
                  <a:lnTo>
                    <a:pt x="57045" y="762890"/>
                  </a:lnTo>
                  <a:lnTo>
                    <a:pt x="33001" y="724150"/>
                  </a:lnTo>
                  <a:lnTo>
                    <a:pt x="15072" y="681727"/>
                  </a:lnTo>
                  <a:lnTo>
                    <a:pt x="3869" y="636229"/>
                  </a:lnTo>
                  <a:lnTo>
                    <a:pt x="0" y="588263"/>
                  </a:lnTo>
                  <a:lnTo>
                    <a:pt x="0" y="295655"/>
                  </a:lnTo>
                  <a:close/>
                </a:path>
              </a:pathLst>
            </a:custGeom>
            <a:ln w="9144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8407" y="4797551"/>
              <a:ext cx="219456" cy="219456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789431" y="5440679"/>
            <a:ext cx="600710" cy="896619"/>
            <a:chOff x="789431" y="5440679"/>
            <a:chExt cx="600710" cy="896619"/>
          </a:xfrm>
        </p:grpSpPr>
        <p:sp>
          <p:nvSpPr>
            <p:cNvPr id="24" name="object 24" descr=""/>
            <p:cNvSpPr/>
            <p:nvPr/>
          </p:nvSpPr>
          <p:spPr>
            <a:xfrm>
              <a:off x="794003" y="5445251"/>
              <a:ext cx="591820" cy="887094"/>
            </a:xfrm>
            <a:custGeom>
              <a:avLst/>
              <a:gdLst/>
              <a:ahLst/>
              <a:cxnLst/>
              <a:rect l="l" t="t" r="r" b="b"/>
              <a:pathLst>
                <a:path w="591819" h="887095">
                  <a:moveTo>
                    <a:pt x="295655" y="0"/>
                  </a:moveTo>
                  <a:lnTo>
                    <a:pt x="247699" y="3868"/>
                  </a:lnTo>
                  <a:lnTo>
                    <a:pt x="202206" y="15069"/>
                  </a:lnTo>
                  <a:lnTo>
                    <a:pt x="159786" y="32993"/>
                  </a:lnTo>
                  <a:lnTo>
                    <a:pt x="121046" y="57034"/>
                  </a:lnTo>
                  <a:lnTo>
                    <a:pt x="86596" y="86582"/>
                  </a:lnTo>
                  <a:lnTo>
                    <a:pt x="57045" y="121029"/>
                  </a:lnTo>
                  <a:lnTo>
                    <a:pt x="33001" y="159769"/>
                  </a:lnTo>
                  <a:lnTo>
                    <a:pt x="15072" y="202192"/>
                  </a:lnTo>
                  <a:lnTo>
                    <a:pt x="3869" y="247690"/>
                  </a:lnTo>
                  <a:lnTo>
                    <a:pt x="0" y="295656"/>
                  </a:lnTo>
                  <a:lnTo>
                    <a:pt x="0" y="591312"/>
                  </a:lnTo>
                  <a:lnTo>
                    <a:pt x="3869" y="639277"/>
                  </a:lnTo>
                  <a:lnTo>
                    <a:pt x="15072" y="684775"/>
                  </a:lnTo>
                  <a:lnTo>
                    <a:pt x="33001" y="727198"/>
                  </a:lnTo>
                  <a:lnTo>
                    <a:pt x="57045" y="765938"/>
                  </a:lnTo>
                  <a:lnTo>
                    <a:pt x="86596" y="800385"/>
                  </a:lnTo>
                  <a:lnTo>
                    <a:pt x="121046" y="829933"/>
                  </a:lnTo>
                  <a:lnTo>
                    <a:pt x="159786" y="853974"/>
                  </a:lnTo>
                  <a:lnTo>
                    <a:pt x="202206" y="871898"/>
                  </a:lnTo>
                  <a:lnTo>
                    <a:pt x="247699" y="883099"/>
                  </a:lnTo>
                  <a:lnTo>
                    <a:pt x="295655" y="886968"/>
                  </a:lnTo>
                  <a:lnTo>
                    <a:pt x="343612" y="883099"/>
                  </a:lnTo>
                  <a:lnTo>
                    <a:pt x="389105" y="871898"/>
                  </a:lnTo>
                  <a:lnTo>
                    <a:pt x="431525" y="853974"/>
                  </a:lnTo>
                  <a:lnTo>
                    <a:pt x="470265" y="829933"/>
                  </a:lnTo>
                  <a:lnTo>
                    <a:pt x="504715" y="800385"/>
                  </a:lnTo>
                  <a:lnTo>
                    <a:pt x="534266" y="765938"/>
                  </a:lnTo>
                  <a:lnTo>
                    <a:pt x="558310" y="727198"/>
                  </a:lnTo>
                  <a:lnTo>
                    <a:pt x="576239" y="684775"/>
                  </a:lnTo>
                  <a:lnTo>
                    <a:pt x="587442" y="639277"/>
                  </a:lnTo>
                  <a:lnTo>
                    <a:pt x="591311" y="591312"/>
                  </a:lnTo>
                  <a:lnTo>
                    <a:pt x="591311" y="295656"/>
                  </a:lnTo>
                  <a:lnTo>
                    <a:pt x="587442" y="247690"/>
                  </a:lnTo>
                  <a:lnTo>
                    <a:pt x="576239" y="202192"/>
                  </a:lnTo>
                  <a:lnTo>
                    <a:pt x="558310" y="159769"/>
                  </a:lnTo>
                  <a:lnTo>
                    <a:pt x="534266" y="121029"/>
                  </a:lnTo>
                  <a:lnTo>
                    <a:pt x="504715" y="86582"/>
                  </a:lnTo>
                  <a:lnTo>
                    <a:pt x="470265" y="57034"/>
                  </a:lnTo>
                  <a:lnTo>
                    <a:pt x="431525" y="32993"/>
                  </a:lnTo>
                  <a:lnTo>
                    <a:pt x="389105" y="15069"/>
                  </a:lnTo>
                  <a:lnTo>
                    <a:pt x="343612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94003" y="5445251"/>
              <a:ext cx="591820" cy="887094"/>
            </a:xfrm>
            <a:custGeom>
              <a:avLst/>
              <a:gdLst/>
              <a:ahLst/>
              <a:cxnLst/>
              <a:rect l="l" t="t" r="r" b="b"/>
              <a:pathLst>
                <a:path w="591819" h="887095">
                  <a:moveTo>
                    <a:pt x="0" y="295656"/>
                  </a:moveTo>
                  <a:lnTo>
                    <a:pt x="3869" y="247690"/>
                  </a:lnTo>
                  <a:lnTo>
                    <a:pt x="15072" y="202192"/>
                  </a:lnTo>
                  <a:lnTo>
                    <a:pt x="33001" y="159769"/>
                  </a:lnTo>
                  <a:lnTo>
                    <a:pt x="57045" y="121029"/>
                  </a:lnTo>
                  <a:lnTo>
                    <a:pt x="86596" y="86582"/>
                  </a:lnTo>
                  <a:lnTo>
                    <a:pt x="121046" y="57034"/>
                  </a:lnTo>
                  <a:lnTo>
                    <a:pt x="159786" y="32993"/>
                  </a:lnTo>
                  <a:lnTo>
                    <a:pt x="202206" y="15069"/>
                  </a:lnTo>
                  <a:lnTo>
                    <a:pt x="247699" y="3868"/>
                  </a:lnTo>
                  <a:lnTo>
                    <a:pt x="295655" y="0"/>
                  </a:lnTo>
                  <a:lnTo>
                    <a:pt x="343612" y="3868"/>
                  </a:lnTo>
                  <a:lnTo>
                    <a:pt x="389105" y="15069"/>
                  </a:lnTo>
                  <a:lnTo>
                    <a:pt x="431525" y="32993"/>
                  </a:lnTo>
                  <a:lnTo>
                    <a:pt x="470265" y="57034"/>
                  </a:lnTo>
                  <a:lnTo>
                    <a:pt x="504715" y="86582"/>
                  </a:lnTo>
                  <a:lnTo>
                    <a:pt x="534266" y="121029"/>
                  </a:lnTo>
                  <a:lnTo>
                    <a:pt x="558310" y="159769"/>
                  </a:lnTo>
                  <a:lnTo>
                    <a:pt x="576239" y="202192"/>
                  </a:lnTo>
                  <a:lnTo>
                    <a:pt x="587442" y="247690"/>
                  </a:lnTo>
                  <a:lnTo>
                    <a:pt x="591311" y="295656"/>
                  </a:lnTo>
                  <a:lnTo>
                    <a:pt x="591311" y="591312"/>
                  </a:lnTo>
                  <a:lnTo>
                    <a:pt x="587442" y="639277"/>
                  </a:lnTo>
                  <a:lnTo>
                    <a:pt x="576239" y="684775"/>
                  </a:lnTo>
                  <a:lnTo>
                    <a:pt x="558310" y="727198"/>
                  </a:lnTo>
                  <a:lnTo>
                    <a:pt x="534266" y="765938"/>
                  </a:lnTo>
                  <a:lnTo>
                    <a:pt x="504715" y="800385"/>
                  </a:lnTo>
                  <a:lnTo>
                    <a:pt x="470265" y="829933"/>
                  </a:lnTo>
                  <a:lnTo>
                    <a:pt x="431525" y="853974"/>
                  </a:lnTo>
                  <a:lnTo>
                    <a:pt x="389105" y="871898"/>
                  </a:lnTo>
                  <a:lnTo>
                    <a:pt x="343612" y="883099"/>
                  </a:lnTo>
                  <a:lnTo>
                    <a:pt x="295655" y="886968"/>
                  </a:lnTo>
                  <a:lnTo>
                    <a:pt x="247699" y="883099"/>
                  </a:lnTo>
                  <a:lnTo>
                    <a:pt x="202206" y="871898"/>
                  </a:lnTo>
                  <a:lnTo>
                    <a:pt x="159786" y="853974"/>
                  </a:lnTo>
                  <a:lnTo>
                    <a:pt x="121046" y="829933"/>
                  </a:lnTo>
                  <a:lnTo>
                    <a:pt x="86596" y="800385"/>
                  </a:lnTo>
                  <a:lnTo>
                    <a:pt x="57045" y="765938"/>
                  </a:lnTo>
                  <a:lnTo>
                    <a:pt x="33001" y="727198"/>
                  </a:lnTo>
                  <a:lnTo>
                    <a:pt x="15072" y="684775"/>
                  </a:lnTo>
                  <a:lnTo>
                    <a:pt x="3869" y="639277"/>
                  </a:lnTo>
                  <a:lnTo>
                    <a:pt x="0" y="591312"/>
                  </a:lnTo>
                  <a:lnTo>
                    <a:pt x="0" y="295656"/>
                  </a:lnTo>
                  <a:close/>
                </a:path>
              </a:pathLst>
            </a:custGeom>
            <a:ln w="9144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8407" y="5775959"/>
              <a:ext cx="219456" cy="222504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789431" y="6422135"/>
            <a:ext cx="600710" cy="893444"/>
            <a:chOff x="789431" y="6422135"/>
            <a:chExt cx="600710" cy="893444"/>
          </a:xfrm>
        </p:grpSpPr>
        <p:sp>
          <p:nvSpPr>
            <p:cNvPr id="28" name="object 28" descr=""/>
            <p:cNvSpPr/>
            <p:nvPr/>
          </p:nvSpPr>
          <p:spPr>
            <a:xfrm>
              <a:off x="794003" y="6426707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295655" y="0"/>
                  </a:moveTo>
                  <a:lnTo>
                    <a:pt x="247699" y="3868"/>
                  </a:lnTo>
                  <a:lnTo>
                    <a:pt x="202206" y="15069"/>
                  </a:lnTo>
                  <a:lnTo>
                    <a:pt x="159786" y="32993"/>
                  </a:lnTo>
                  <a:lnTo>
                    <a:pt x="121046" y="57034"/>
                  </a:lnTo>
                  <a:lnTo>
                    <a:pt x="86596" y="86582"/>
                  </a:lnTo>
                  <a:lnTo>
                    <a:pt x="57045" y="121029"/>
                  </a:lnTo>
                  <a:lnTo>
                    <a:pt x="33001" y="159769"/>
                  </a:lnTo>
                  <a:lnTo>
                    <a:pt x="15072" y="202192"/>
                  </a:lnTo>
                  <a:lnTo>
                    <a:pt x="3869" y="247690"/>
                  </a:lnTo>
                  <a:lnTo>
                    <a:pt x="0" y="295656"/>
                  </a:lnTo>
                  <a:lnTo>
                    <a:pt x="0" y="588264"/>
                  </a:lnTo>
                  <a:lnTo>
                    <a:pt x="3869" y="636220"/>
                  </a:lnTo>
                  <a:lnTo>
                    <a:pt x="15072" y="681713"/>
                  </a:lnTo>
                  <a:lnTo>
                    <a:pt x="33001" y="724133"/>
                  </a:lnTo>
                  <a:lnTo>
                    <a:pt x="57045" y="762873"/>
                  </a:lnTo>
                  <a:lnTo>
                    <a:pt x="86596" y="797323"/>
                  </a:lnTo>
                  <a:lnTo>
                    <a:pt x="121046" y="826874"/>
                  </a:lnTo>
                  <a:lnTo>
                    <a:pt x="159786" y="850918"/>
                  </a:lnTo>
                  <a:lnTo>
                    <a:pt x="202206" y="868847"/>
                  </a:lnTo>
                  <a:lnTo>
                    <a:pt x="247699" y="880050"/>
                  </a:lnTo>
                  <a:lnTo>
                    <a:pt x="295655" y="883920"/>
                  </a:lnTo>
                  <a:lnTo>
                    <a:pt x="343612" y="880050"/>
                  </a:lnTo>
                  <a:lnTo>
                    <a:pt x="389105" y="868847"/>
                  </a:lnTo>
                  <a:lnTo>
                    <a:pt x="431525" y="850918"/>
                  </a:lnTo>
                  <a:lnTo>
                    <a:pt x="470265" y="826874"/>
                  </a:lnTo>
                  <a:lnTo>
                    <a:pt x="504715" y="797323"/>
                  </a:lnTo>
                  <a:lnTo>
                    <a:pt x="534266" y="762873"/>
                  </a:lnTo>
                  <a:lnTo>
                    <a:pt x="558310" y="724133"/>
                  </a:lnTo>
                  <a:lnTo>
                    <a:pt x="576239" y="681713"/>
                  </a:lnTo>
                  <a:lnTo>
                    <a:pt x="587442" y="636220"/>
                  </a:lnTo>
                  <a:lnTo>
                    <a:pt x="591311" y="588264"/>
                  </a:lnTo>
                  <a:lnTo>
                    <a:pt x="591311" y="295656"/>
                  </a:lnTo>
                  <a:lnTo>
                    <a:pt x="587442" y="247690"/>
                  </a:lnTo>
                  <a:lnTo>
                    <a:pt x="576239" y="202192"/>
                  </a:lnTo>
                  <a:lnTo>
                    <a:pt x="558310" y="159769"/>
                  </a:lnTo>
                  <a:lnTo>
                    <a:pt x="534266" y="121029"/>
                  </a:lnTo>
                  <a:lnTo>
                    <a:pt x="504715" y="86582"/>
                  </a:lnTo>
                  <a:lnTo>
                    <a:pt x="470265" y="57034"/>
                  </a:lnTo>
                  <a:lnTo>
                    <a:pt x="431525" y="32993"/>
                  </a:lnTo>
                  <a:lnTo>
                    <a:pt x="389105" y="15069"/>
                  </a:lnTo>
                  <a:lnTo>
                    <a:pt x="343612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94003" y="6426707"/>
              <a:ext cx="591820" cy="883919"/>
            </a:xfrm>
            <a:custGeom>
              <a:avLst/>
              <a:gdLst/>
              <a:ahLst/>
              <a:cxnLst/>
              <a:rect l="l" t="t" r="r" b="b"/>
              <a:pathLst>
                <a:path w="591819" h="883920">
                  <a:moveTo>
                    <a:pt x="0" y="295656"/>
                  </a:moveTo>
                  <a:lnTo>
                    <a:pt x="3869" y="247690"/>
                  </a:lnTo>
                  <a:lnTo>
                    <a:pt x="15072" y="202192"/>
                  </a:lnTo>
                  <a:lnTo>
                    <a:pt x="33001" y="159769"/>
                  </a:lnTo>
                  <a:lnTo>
                    <a:pt x="57045" y="121029"/>
                  </a:lnTo>
                  <a:lnTo>
                    <a:pt x="86596" y="86582"/>
                  </a:lnTo>
                  <a:lnTo>
                    <a:pt x="121046" y="57034"/>
                  </a:lnTo>
                  <a:lnTo>
                    <a:pt x="159786" y="32993"/>
                  </a:lnTo>
                  <a:lnTo>
                    <a:pt x="202206" y="15069"/>
                  </a:lnTo>
                  <a:lnTo>
                    <a:pt x="247699" y="3868"/>
                  </a:lnTo>
                  <a:lnTo>
                    <a:pt x="295655" y="0"/>
                  </a:lnTo>
                  <a:lnTo>
                    <a:pt x="343612" y="3868"/>
                  </a:lnTo>
                  <a:lnTo>
                    <a:pt x="389105" y="15069"/>
                  </a:lnTo>
                  <a:lnTo>
                    <a:pt x="431525" y="32993"/>
                  </a:lnTo>
                  <a:lnTo>
                    <a:pt x="470265" y="57034"/>
                  </a:lnTo>
                  <a:lnTo>
                    <a:pt x="504715" y="86582"/>
                  </a:lnTo>
                  <a:lnTo>
                    <a:pt x="534266" y="121029"/>
                  </a:lnTo>
                  <a:lnTo>
                    <a:pt x="558310" y="159769"/>
                  </a:lnTo>
                  <a:lnTo>
                    <a:pt x="576239" y="202192"/>
                  </a:lnTo>
                  <a:lnTo>
                    <a:pt x="587442" y="247690"/>
                  </a:lnTo>
                  <a:lnTo>
                    <a:pt x="591311" y="295656"/>
                  </a:lnTo>
                  <a:lnTo>
                    <a:pt x="591311" y="588264"/>
                  </a:lnTo>
                  <a:lnTo>
                    <a:pt x="587442" y="636220"/>
                  </a:lnTo>
                  <a:lnTo>
                    <a:pt x="576239" y="681713"/>
                  </a:lnTo>
                  <a:lnTo>
                    <a:pt x="558310" y="724133"/>
                  </a:lnTo>
                  <a:lnTo>
                    <a:pt x="534266" y="762873"/>
                  </a:lnTo>
                  <a:lnTo>
                    <a:pt x="504715" y="797323"/>
                  </a:lnTo>
                  <a:lnTo>
                    <a:pt x="470265" y="826874"/>
                  </a:lnTo>
                  <a:lnTo>
                    <a:pt x="431525" y="850918"/>
                  </a:lnTo>
                  <a:lnTo>
                    <a:pt x="389105" y="868847"/>
                  </a:lnTo>
                  <a:lnTo>
                    <a:pt x="343612" y="880050"/>
                  </a:lnTo>
                  <a:lnTo>
                    <a:pt x="295655" y="883920"/>
                  </a:lnTo>
                  <a:lnTo>
                    <a:pt x="247699" y="880050"/>
                  </a:lnTo>
                  <a:lnTo>
                    <a:pt x="202206" y="868847"/>
                  </a:lnTo>
                  <a:lnTo>
                    <a:pt x="159786" y="850918"/>
                  </a:lnTo>
                  <a:lnTo>
                    <a:pt x="121046" y="826874"/>
                  </a:lnTo>
                  <a:lnTo>
                    <a:pt x="86596" y="797323"/>
                  </a:lnTo>
                  <a:lnTo>
                    <a:pt x="57045" y="762873"/>
                  </a:lnTo>
                  <a:lnTo>
                    <a:pt x="33001" y="724133"/>
                  </a:lnTo>
                  <a:lnTo>
                    <a:pt x="15072" y="681713"/>
                  </a:lnTo>
                  <a:lnTo>
                    <a:pt x="3869" y="636220"/>
                  </a:lnTo>
                  <a:lnTo>
                    <a:pt x="0" y="588264"/>
                  </a:lnTo>
                  <a:lnTo>
                    <a:pt x="0" y="295656"/>
                  </a:lnTo>
                  <a:close/>
                </a:path>
              </a:pathLst>
            </a:custGeom>
            <a:ln w="9144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8407" y="6757415"/>
              <a:ext cx="219456" cy="219456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1466850" y="1591182"/>
            <a:ext cx="4598035" cy="548513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50">
                <a:solidFill>
                  <a:srgbClr val="3C3D44"/>
                </a:solidFill>
                <a:latin typeface="Verdana"/>
                <a:cs typeface="Verdana"/>
              </a:rPr>
              <a:t>User</a:t>
            </a:r>
            <a:r>
              <a:rPr dirty="0" sz="1450" spc="-90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 spc="-20">
                <a:solidFill>
                  <a:srgbClr val="3C3D44"/>
                </a:solidFill>
                <a:latin typeface="Verdana"/>
                <a:cs typeface="Verdana"/>
              </a:rPr>
              <a:t>Login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50" spc="65">
                <a:solidFill>
                  <a:srgbClr val="3C3D44"/>
                </a:solidFill>
                <a:latin typeface="Tahoma"/>
                <a:cs typeface="Tahoma"/>
              </a:rPr>
              <a:t>Secure</a:t>
            </a:r>
            <a:r>
              <a:rPr dirty="0" sz="1150" spc="5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C3D44"/>
                </a:solidFill>
                <a:latin typeface="Tahoma"/>
                <a:cs typeface="Tahoma"/>
              </a:rPr>
              <a:t>access</a:t>
            </a:r>
            <a:r>
              <a:rPr dirty="0" sz="1150" spc="11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C3D44"/>
                </a:solidFill>
                <a:latin typeface="Tahoma"/>
                <a:cs typeface="Tahoma"/>
              </a:rPr>
              <a:t>to</a:t>
            </a:r>
            <a:r>
              <a:rPr dirty="0" sz="1150" spc="4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C3D44"/>
                </a:solidFill>
                <a:latin typeface="Tahoma"/>
                <a:cs typeface="Tahoma"/>
              </a:rPr>
              <a:t>the</a:t>
            </a:r>
            <a:r>
              <a:rPr dirty="0" sz="1150" spc="6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C3D44"/>
                </a:solidFill>
                <a:latin typeface="Tahoma"/>
                <a:cs typeface="Tahoma"/>
              </a:rPr>
              <a:t>platform via</a:t>
            </a:r>
            <a:r>
              <a:rPr dirty="0" sz="1150" spc="6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C3D44"/>
                </a:solidFill>
                <a:latin typeface="Tahoma"/>
                <a:cs typeface="Tahoma"/>
              </a:rPr>
              <a:t>personalized</a:t>
            </a:r>
            <a:r>
              <a:rPr dirty="0" sz="1150" spc="2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40">
                <a:solidFill>
                  <a:srgbClr val="3C3D44"/>
                </a:solidFill>
                <a:latin typeface="Tahoma"/>
                <a:cs typeface="Tahoma"/>
              </a:rPr>
              <a:t>accounts.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3C3D44"/>
                </a:solidFill>
                <a:latin typeface="Verdana"/>
                <a:cs typeface="Verdana"/>
              </a:rPr>
              <a:t>Upload</a:t>
            </a:r>
            <a:r>
              <a:rPr dirty="0" sz="1450" spc="60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>
                <a:solidFill>
                  <a:srgbClr val="3C3D44"/>
                </a:solidFill>
                <a:latin typeface="Verdana"/>
                <a:cs typeface="Verdana"/>
              </a:rPr>
              <a:t>Leaf </a:t>
            </a:r>
            <a:r>
              <a:rPr dirty="0" sz="1450" spc="-20">
                <a:solidFill>
                  <a:srgbClr val="3C3D44"/>
                </a:solidFill>
                <a:latin typeface="Verdana"/>
                <a:cs typeface="Verdana"/>
              </a:rPr>
              <a:t>Image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Simple,</a:t>
            </a:r>
            <a:r>
              <a:rPr dirty="0" sz="1150" spc="7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intuitive</a:t>
            </a:r>
            <a:r>
              <a:rPr dirty="0" sz="1150" spc="1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C3D44"/>
                </a:solidFill>
                <a:latin typeface="Tahoma"/>
                <a:cs typeface="Tahoma"/>
              </a:rPr>
              <a:t>interface</a:t>
            </a:r>
            <a:r>
              <a:rPr dirty="0" sz="1150" spc="10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for</a:t>
            </a:r>
            <a:r>
              <a:rPr dirty="0" sz="1150" spc="7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submitting</a:t>
            </a:r>
            <a:r>
              <a:rPr dirty="0" sz="1150" spc="5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C3D44"/>
                </a:solidFill>
                <a:latin typeface="Tahoma"/>
                <a:cs typeface="Tahoma"/>
              </a:rPr>
              <a:t>crop</a:t>
            </a:r>
            <a:r>
              <a:rPr dirty="0" sz="1150" spc="9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leaf</a:t>
            </a:r>
            <a:r>
              <a:rPr dirty="0" sz="1150" spc="8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C3D44"/>
                </a:solidFill>
                <a:latin typeface="Tahoma"/>
                <a:cs typeface="Tahoma"/>
              </a:rPr>
              <a:t>photos.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50" spc="-65">
                <a:solidFill>
                  <a:srgbClr val="3C3D44"/>
                </a:solidFill>
                <a:latin typeface="Verdana"/>
                <a:cs typeface="Verdana"/>
              </a:rPr>
              <a:t>AI</a:t>
            </a:r>
            <a:r>
              <a:rPr dirty="0" sz="1450" spc="-100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 spc="50">
                <a:solidFill>
                  <a:srgbClr val="3C3D44"/>
                </a:solidFill>
                <a:latin typeface="Verdana"/>
                <a:cs typeface="Verdana"/>
              </a:rPr>
              <a:t>Model</a:t>
            </a:r>
            <a:r>
              <a:rPr dirty="0" sz="1450" spc="-85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 spc="-10">
                <a:solidFill>
                  <a:srgbClr val="3C3D44"/>
                </a:solidFill>
                <a:latin typeface="Verdana"/>
                <a:cs typeface="Verdana"/>
              </a:rPr>
              <a:t>Prediction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150" spc="60">
                <a:solidFill>
                  <a:srgbClr val="3C3D44"/>
                </a:solidFill>
                <a:latin typeface="Tahoma"/>
                <a:cs typeface="Tahoma"/>
              </a:rPr>
              <a:t>Deep</a:t>
            </a:r>
            <a:r>
              <a:rPr dirty="0" sz="1150" spc="2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learning</a:t>
            </a:r>
            <a:r>
              <a:rPr dirty="0" sz="1150" spc="5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algorithms</a:t>
            </a:r>
            <a:r>
              <a:rPr dirty="0" sz="1150" spc="2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C3D44"/>
                </a:solidFill>
                <a:latin typeface="Tahoma"/>
                <a:cs typeface="Tahoma"/>
              </a:rPr>
              <a:t>swiftly</a:t>
            </a:r>
            <a:r>
              <a:rPr dirty="0" sz="1150" spc="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C3D44"/>
                </a:solidFill>
                <a:latin typeface="Tahoma"/>
                <a:cs typeface="Tahoma"/>
              </a:rPr>
              <a:t>analyze</a:t>
            </a:r>
            <a:r>
              <a:rPr dirty="0" sz="1150" spc="4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the</a:t>
            </a:r>
            <a:r>
              <a:rPr dirty="0" sz="1150" spc="7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C3D44"/>
                </a:solidFill>
                <a:latin typeface="Tahoma"/>
                <a:cs typeface="Tahoma"/>
              </a:rPr>
              <a:t>uploaded</a:t>
            </a:r>
            <a:r>
              <a:rPr dirty="0" sz="1150" spc="2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C3D44"/>
                </a:solidFill>
                <a:latin typeface="Tahoma"/>
                <a:cs typeface="Tahoma"/>
              </a:rPr>
              <a:t>image.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C3D44"/>
                </a:solidFill>
                <a:latin typeface="Verdana"/>
                <a:cs typeface="Verdana"/>
              </a:rPr>
              <a:t>Disease</a:t>
            </a:r>
            <a:r>
              <a:rPr dirty="0" sz="1450" spc="-90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 spc="-10">
                <a:solidFill>
                  <a:srgbClr val="3C3D44"/>
                </a:solidFill>
                <a:latin typeface="Verdana"/>
                <a:cs typeface="Verdana"/>
              </a:rPr>
              <a:t>Identified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150">
                <a:solidFill>
                  <a:srgbClr val="3C3D44"/>
                </a:solidFill>
                <a:latin typeface="Tahoma"/>
                <a:cs typeface="Tahoma"/>
              </a:rPr>
              <a:t>Instant</a:t>
            </a:r>
            <a:r>
              <a:rPr dirty="0" sz="1150" spc="3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C3D44"/>
                </a:solidFill>
                <a:latin typeface="Tahoma"/>
                <a:cs typeface="Tahoma"/>
              </a:rPr>
              <a:t>diagnosis</a:t>
            </a:r>
            <a:r>
              <a:rPr dirty="0" sz="1150" spc="-1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C3D44"/>
                </a:solidFill>
                <a:latin typeface="Tahoma"/>
                <a:cs typeface="Tahoma"/>
              </a:rPr>
              <a:t>of</a:t>
            </a:r>
            <a:r>
              <a:rPr dirty="0" sz="1150" spc="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C3D44"/>
                </a:solidFill>
                <a:latin typeface="Tahoma"/>
                <a:cs typeface="Tahoma"/>
              </a:rPr>
              <a:t>specific</a:t>
            </a:r>
            <a:r>
              <a:rPr dirty="0" sz="1150" spc="2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C3D44"/>
                </a:solidFill>
                <a:latin typeface="Tahoma"/>
                <a:cs typeface="Tahoma"/>
              </a:rPr>
              <a:t>crop</a:t>
            </a:r>
            <a:r>
              <a:rPr dirty="0" sz="1150" spc="4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C3D44"/>
                </a:solidFill>
                <a:latin typeface="Tahoma"/>
                <a:cs typeface="Tahoma"/>
              </a:rPr>
              <a:t>diseases</a:t>
            </a:r>
            <a:r>
              <a:rPr dirty="0" sz="1150" spc="4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C3D44"/>
                </a:solidFill>
                <a:latin typeface="Tahoma"/>
                <a:cs typeface="Tahoma"/>
              </a:rPr>
              <a:t>with</a:t>
            </a:r>
            <a:r>
              <a:rPr dirty="0" sz="1150" spc="-1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C3D44"/>
                </a:solidFill>
                <a:latin typeface="Tahoma"/>
                <a:cs typeface="Tahoma"/>
              </a:rPr>
              <a:t>high</a:t>
            </a:r>
            <a:r>
              <a:rPr dirty="0" sz="1150" spc="-1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C3D44"/>
                </a:solidFill>
                <a:latin typeface="Tahoma"/>
                <a:cs typeface="Tahoma"/>
              </a:rPr>
              <a:t>accuracy.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C3D44"/>
                </a:solidFill>
                <a:latin typeface="Verdana"/>
                <a:cs typeface="Verdana"/>
              </a:rPr>
              <a:t>Cure</a:t>
            </a:r>
            <a:r>
              <a:rPr dirty="0" sz="1450" spc="-50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 spc="-10">
                <a:solidFill>
                  <a:srgbClr val="3C3D44"/>
                </a:solidFill>
                <a:latin typeface="Verdana"/>
                <a:cs typeface="Verdana"/>
              </a:rPr>
              <a:t>Suggestions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150" spc="60">
                <a:solidFill>
                  <a:srgbClr val="3C3D44"/>
                </a:solidFill>
                <a:latin typeface="Tahoma"/>
                <a:cs typeface="Tahoma"/>
              </a:rPr>
              <a:t>Receive</a:t>
            </a:r>
            <a:r>
              <a:rPr dirty="0" sz="1150" spc="7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C3D44"/>
                </a:solidFill>
                <a:latin typeface="Tahoma"/>
                <a:cs typeface="Tahoma"/>
              </a:rPr>
              <a:t>recommended</a:t>
            </a:r>
            <a:r>
              <a:rPr dirty="0" sz="1150" spc="10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treatments</a:t>
            </a:r>
            <a:r>
              <a:rPr dirty="0" sz="1150" spc="7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and</a:t>
            </a:r>
            <a:r>
              <a:rPr dirty="0" sz="1150" spc="6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essential</a:t>
            </a:r>
            <a:r>
              <a:rPr dirty="0" sz="1150" spc="60">
                <a:solidFill>
                  <a:srgbClr val="3C3D44"/>
                </a:solidFill>
                <a:latin typeface="Tahoma"/>
                <a:cs typeface="Tahoma"/>
              </a:rPr>
              <a:t> care</a:t>
            </a:r>
            <a:r>
              <a:rPr dirty="0" sz="1150" spc="11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C3D44"/>
                </a:solidFill>
                <a:latin typeface="Tahoma"/>
                <a:cs typeface="Tahoma"/>
              </a:rPr>
              <a:t>instructions.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50" spc="95">
                <a:solidFill>
                  <a:srgbClr val="3C3D44"/>
                </a:solidFill>
                <a:latin typeface="Verdana"/>
                <a:cs typeface="Verdana"/>
              </a:rPr>
              <a:t>PDF</a:t>
            </a:r>
            <a:r>
              <a:rPr dirty="0" sz="1450" spc="-35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>
                <a:solidFill>
                  <a:srgbClr val="3C3D44"/>
                </a:solidFill>
                <a:latin typeface="Verdana"/>
                <a:cs typeface="Verdana"/>
              </a:rPr>
              <a:t>Report</a:t>
            </a:r>
            <a:r>
              <a:rPr dirty="0" sz="1450" spc="-15">
                <a:solidFill>
                  <a:srgbClr val="3C3D44"/>
                </a:solidFill>
                <a:latin typeface="Verdana"/>
                <a:cs typeface="Verdana"/>
              </a:rPr>
              <a:t> </a:t>
            </a:r>
            <a:r>
              <a:rPr dirty="0" sz="1450" spc="-10">
                <a:solidFill>
                  <a:srgbClr val="3C3D44"/>
                </a:solidFill>
                <a:latin typeface="Verdana"/>
                <a:cs typeface="Verdana"/>
              </a:rPr>
              <a:t>Generated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50" spc="50">
                <a:solidFill>
                  <a:srgbClr val="3C3D44"/>
                </a:solidFill>
                <a:latin typeface="Tahoma"/>
                <a:cs typeface="Tahoma"/>
              </a:rPr>
              <a:t>Download</a:t>
            </a:r>
            <a:r>
              <a:rPr dirty="0" sz="1150" spc="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a</a:t>
            </a:r>
            <a:r>
              <a:rPr dirty="0" sz="1150" spc="7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C3D44"/>
                </a:solidFill>
                <a:latin typeface="Tahoma"/>
                <a:cs typeface="Tahoma"/>
              </a:rPr>
              <a:t>comprehensive,</a:t>
            </a:r>
            <a:r>
              <a:rPr dirty="0" sz="1150" spc="114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detailed</a:t>
            </a:r>
            <a:r>
              <a:rPr dirty="0" sz="1150" spc="3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report</a:t>
            </a:r>
            <a:r>
              <a:rPr dirty="0" sz="1150" spc="5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for</a:t>
            </a:r>
            <a:r>
              <a:rPr dirty="0" sz="1150" spc="45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C3D44"/>
                </a:solidFill>
                <a:latin typeface="Tahoma"/>
                <a:cs typeface="Tahoma"/>
              </a:rPr>
              <a:t>future</a:t>
            </a:r>
            <a:r>
              <a:rPr dirty="0" sz="1150" spc="70">
                <a:solidFill>
                  <a:srgbClr val="3C3D44"/>
                </a:solidFill>
                <a:latin typeface="Tahoma"/>
                <a:cs typeface="Tahoma"/>
              </a:rPr>
              <a:t> </a:t>
            </a:r>
            <a:r>
              <a:rPr dirty="0" sz="1150" spc="35">
                <a:solidFill>
                  <a:srgbClr val="3C3D44"/>
                </a:solidFill>
                <a:latin typeface="Tahoma"/>
                <a:cs typeface="Tahoma"/>
              </a:rPr>
              <a:t>reference.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540752"/>
            <a:ext cx="1950720" cy="695325"/>
            <a:chOff x="12685776" y="7540752"/>
            <a:chExt cx="1950720" cy="695325"/>
          </a:xfrm>
        </p:grpSpPr>
        <p:sp>
          <p:nvSpPr>
            <p:cNvPr id="3" name="object 3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1"/>
                  </a:lnTo>
                  <a:lnTo>
                    <a:pt x="0" y="568957"/>
                  </a:lnTo>
                  <a:lnTo>
                    <a:pt x="8939" y="613250"/>
                  </a:lnTo>
                  <a:lnTo>
                    <a:pt x="33321" y="649421"/>
                  </a:lnTo>
                  <a:lnTo>
                    <a:pt x="69490" y="673808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8"/>
                  </a:lnTo>
                  <a:lnTo>
                    <a:pt x="1905206" y="649421"/>
                  </a:lnTo>
                  <a:lnTo>
                    <a:pt x="1929588" y="613250"/>
                  </a:lnTo>
                  <a:lnTo>
                    <a:pt x="1938527" y="568957"/>
                  </a:lnTo>
                  <a:lnTo>
                    <a:pt x="1938527" y="113791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1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1"/>
                  </a:lnTo>
                  <a:lnTo>
                    <a:pt x="1938527" y="568957"/>
                  </a:lnTo>
                  <a:lnTo>
                    <a:pt x="1929588" y="613250"/>
                  </a:lnTo>
                  <a:lnTo>
                    <a:pt x="1905206" y="649421"/>
                  </a:lnTo>
                  <a:lnTo>
                    <a:pt x="1869037" y="673808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8"/>
                  </a:lnTo>
                  <a:lnTo>
                    <a:pt x="33321" y="649421"/>
                  </a:lnTo>
                  <a:lnTo>
                    <a:pt x="8939" y="613250"/>
                  </a:lnTo>
                  <a:lnTo>
                    <a:pt x="0" y="568957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4955" y="431319"/>
            <a:ext cx="11091545" cy="1788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4450" spc="170"/>
              <a:t>How</a:t>
            </a:r>
            <a:r>
              <a:rPr dirty="0" sz="4450" spc="-100"/>
              <a:t> </a:t>
            </a:r>
            <a:r>
              <a:rPr dirty="0" sz="4450" spc="-45"/>
              <a:t>Disease</a:t>
            </a:r>
            <a:r>
              <a:rPr dirty="0" sz="4450" spc="-70"/>
              <a:t> </a:t>
            </a:r>
            <a:r>
              <a:rPr dirty="0" sz="4450" spc="120"/>
              <a:t>Detection</a:t>
            </a:r>
            <a:r>
              <a:rPr dirty="0" sz="4450" spc="-35"/>
              <a:t> </a:t>
            </a:r>
            <a:r>
              <a:rPr dirty="0" sz="4450"/>
              <a:t>Works:</a:t>
            </a:r>
            <a:r>
              <a:rPr dirty="0" sz="4450" spc="-65"/>
              <a:t> </a:t>
            </a:r>
            <a:r>
              <a:rPr dirty="0" sz="4450"/>
              <a:t>The</a:t>
            </a:r>
            <a:r>
              <a:rPr dirty="0" sz="4450" spc="-90"/>
              <a:t> </a:t>
            </a:r>
            <a:r>
              <a:rPr dirty="0" sz="4450" spc="125"/>
              <a:t>6-</a:t>
            </a:r>
            <a:r>
              <a:rPr dirty="0" sz="4450" spc="-50"/>
              <a:t>Phase </a:t>
            </a:r>
            <a:r>
              <a:rPr dirty="0" sz="4450" spc="-10"/>
              <a:t>Pipeline</a:t>
            </a:r>
            <a:endParaRPr sz="4450"/>
          </a:p>
        </p:txBody>
      </p:sp>
      <p:sp>
        <p:nvSpPr>
          <p:cNvPr id="6" name="object 6" descr=""/>
          <p:cNvSpPr/>
          <p:nvPr/>
        </p:nvSpPr>
        <p:spPr>
          <a:xfrm>
            <a:off x="1057655" y="2749295"/>
            <a:ext cx="6160135" cy="21590"/>
          </a:xfrm>
          <a:custGeom>
            <a:avLst/>
            <a:gdLst/>
            <a:ahLst/>
            <a:cxnLst/>
            <a:rect l="l" t="t" r="r" b="b"/>
            <a:pathLst>
              <a:path w="6160134" h="21589">
                <a:moveTo>
                  <a:pt x="6160008" y="0"/>
                </a:moveTo>
                <a:lnTo>
                  <a:pt x="0" y="0"/>
                </a:lnTo>
                <a:lnTo>
                  <a:pt x="0" y="21336"/>
                </a:lnTo>
                <a:lnTo>
                  <a:pt x="6160008" y="21336"/>
                </a:lnTo>
                <a:lnTo>
                  <a:pt x="6160008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44955" y="2749676"/>
            <a:ext cx="6122035" cy="12198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55"/>
              </a:lnSpc>
              <a:spcBef>
                <a:spcPts val="110"/>
              </a:spcBef>
            </a:pPr>
            <a:r>
              <a:rPr dirty="0" sz="1550" spc="-445">
                <a:solidFill>
                  <a:srgbClr val="67524F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2435"/>
              </a:lnSpc>
            </a:pPr>
            <a:r>
              <a:rPr dirty="0" sz="2200">
                <a:solidFill>
                  <a:srgbClr val="67524F"/>
                </a:solidFill>
                <a:latin typeface="Tahoma"/>
                <a:cs typeface="Tahoma"/>
              </a:rPr>
              <a:t>Image</a:t>
            </a:r>
            <a:r>
              <a:rPr dirty="0" sz="2200" spc="-1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67524F"/>
                </a:solidFill>
                <a:latin typeface="Tahoma"/>
                <a:cs typeface="Tahoma"/>
              </a:rPr>
              <a:t>Acquisition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29000"/>
              </a:lnSpc>
              <a:spcBef>
                <a:spcPts val="500"/>
              </a:spcBef>
            </a:pPr>
            <a:r>
              <a:rPr dirty="0" sz="1550" spc="110">
                <a:solidFill>
                  <a:srgbClr val="67524F"/>
                </a:solidFill>
                <a:latin typeface="Tahoma"/>
                <a:cs typeface="Tahoma"/>
              </a:rPr>
              <a:t>User</a:t>
            </a:r>
            <a:r>
              <a:rPr dirty="0" sz="15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30">
                <a:solidFill>
                  <a:srgbClr val="67524F"/>
                </a:solidFill>
                <a:latin typeface="Tahoma"/>
                <a:cs typeface="Tahoma"/>
              </a:rPr>
              <a:t>uploads</a:t>
            </a:r>
            <a:r>
              <a:rPr dirty="0" sz="1550" spc="-1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67524F"/>
                </a:solidFill>
                <a:latin typeface="Tahoma"/>
                <a:cs typeface="Tahoma"/>
              </a:rPr>
              <a:t>clear</a:t>
            </a:r>
            <a:r>
              <a:rPr dirty="0" sz="15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67524F"/>
                </a:solidFill>
                <a:latin typeface="Tahoma"/>
                <a:cs typeface="Tahoma"/>
              </a:rPr>
              <a:t>leaf</a:t>
            </a:r>
            <a:r>
              <a:rPr dirty="0" sz="15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60">
                <a:solidFill>
                  <a:srgbClr val="67524F"/>
                </a:solidFill>
                <a:latin typeface="Tahoma"/>
                <a:cs typeface="Tahoma"/>
              </a:rPr>
              <a:t>image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67524F"/>
                </a:solidFill>
                <a:latin typeface="Tahoma"/>
                <a:cs typeface="Tahoma"/>
              </a:rPr>
              <a:t>(JPEG/JPG/PNG,</a:t>
            </a:r>
            <a:r>
              <a:rPr dirty="0" sz="1550" spc="-1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65">
                <a:solidFill>
                  <a:srgbClr val="67524F"/>
                </a:solidFill>
                <a:latin typeface="Tahoma"/>
                <a:cs typeface="Tahoma"/>
              </a:rPr>
              <a:t>max</a:t>
            </a:r>
            <a:r>
              <a:rPr dirty="0" sz="1550" spc="-10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5MB)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with </a:t>
            </a:r>
            <a:r>
              <a:rPr dirty="0" sz="1550" spc="95">
                <a:solidFill>
                  <a:srgbClr val="67524F"/>
                </a:solidFill>
                <a:latin typeface="Tahoma"/>
                <a:cs typeface="Tahoma"/>
              </a:rPr>
              <a:t>format/size</a:t>
            </a:r>
            <a:r>
              <a:rPr dirty="0" sz="1550" spc="-1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67524F"/>
                </a:solidFill>
                <a:latin typeface="Tahoma"/>
                <a:cs typeface="Tahoma"/>
              </a:rPr>
              <a:t>validation.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4955" y="2444876"/>
            <a:ext cx="654367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370320" algn="l"/>
              </a:tabLst>
            </a:pPr>
            <a:r>
              <a:rPr dirty="0" sz="1550" spc="345">
                <a:solidFill>
                  <a:srgbClr val="67524F"/>
                </a:solidFill>
                <a:latin typeface="Tahoma"/>
                <a:cs typeface="Tahoma"/>
              </a:rPr>
              <a:t>0</a:t>
            </a:r>
            <a:r>
              <a:rPr dirty="0" sz="1550">
                <a:solidFill>
                  <a:srgbClr val="67524F"/>
                </a:solidFill>
                <a:latin typeface="Tahoma"/>
                <a:cs typeface="Tahoma"/>
              </a:rPr>
              <a:t>	</a:t>
            </a:r>
            <a:r>
              <a:rPr dirty="0" sz="1550" spc="345">
                <a:solidFill>
                  <a:srgbClr val="67524F"/>
                </a:solidFill>
                <a:latin typeface="Tahoma"/>
                <a:cs typeface="Tahoma"/>
              </a:rPr>
              <a:t>0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412735" y="2749295"/>
            <a:ext cx="6160135" cy="21590"/>
          </a:xfrm>
          <a:custGeom>
            <a:avLst/>
            <a:gdLst/>
            <a:ahLst/>
            <a:cxnLst/>
            <a:rect l="l" t="t" r="r" b="b"/>
            <a:pathLst>
              <a:path w="6160134" h="21589">
                <a:moveTo>
                  <a:pt x="6160008" y="0"/>
                </a:moveTo>
                <a:lnTo>
                  <a:pt x="0" y="0"/>
                </a:lnTo>
                <a:lnTo>
                  <a:pt x="0" y="21336"/>
                </a:lnTo>
                <a:lnTo>
                  <a:pt x="6160008" y="21336"/>
                </a:lnTo>
                <a:lnTo>
                  <a:pt x="6160008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403083" y="2749676"/>
            <a:ext cx="6009005" cy="12198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55"/>
              </a:lnSpc>
              <a:spcBef>
                <a:spcPts val="110"/>
              </a:spcBef>
            </a:pPr>
            <a:r>
              <a:rPr dirty="0" sz="1550" spc="-50">
                <a:solidFill>
                  <a:srgbClr val="67524F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2435"/>
              </a:lnSpc>
            </a:pPr>
            <a:r>
              <a:rPr dirty="0" sz="2200" spc="-10">
                <a:solidFill>
                  <a:srgbClr val="67524F"/>
                </a:solidFill>
                <a:latin typeface="Tahoma"/>
                <a:cs typeface="Tahoma"/>
              </a:rPr>
              <a:t>Preprocessing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29000"/>
              </a:lnSpc>
              <a:spcBef>
                <a:spcPts val="500"/>
              </a:spcBef>
            </a:pPr>
            <a:r>
              <a:rPr dirty="0" sz="1550" spc="100">
                <a:solidFill>
                  <a:srgbClr val="67524F"/>
                </a:solidFill>
                <a:latin typeface="Tahoma"/>
                <a:cs typeface="Tahoma"/>
              </a:rPr>
              <a:t>Resize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to</a:t>
            </a:r>
            <a:r>
              <a:rPr dirty="0" sz="15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67524F"/>
                </a:solidFill>
                <a:latin typeface="Tahoma"/>
                <a:cs typeface="Tahoma"/>
              </a:rPr>
              <a:t>224×224,</a:t>
            </a:r>
            <a:r>
              <a:rPr dirty="0" sz="1550" spc="-1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5">
                <a:solidFill>
                  <a:srgbClr val="67524F"/>
                </a:solidFill>
                <a:latin typeface="Tahoma"/>
                <a:cs typeface="Tahoma"/>
              </a:rPr>
              <a:t>normalize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40">
                <a:solidFill>
                  <a:srgbClr val="67524F"/>
                </a:solidFill>
                <a:latin typeface="Tahoma"/>
                <a:cs typeface="Tahoma"/>
              </a:rPr>
              <a:t>with</a:t>
            </a:r>
            <a:r>
              <a:rPr dirty="0" sz="15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40">
                <a:solidFill>
                  <a:srgbClr val="67524F"/>
                </a:solidFill>
                <a:latin typeface="Tahoma"/>
                <a:cs typeface="Tahoma"/>
              </a:rPr>
              <a:t>ImageNet</a:t>
            </a:r>
            <a:r>
              <a:rPr dirty="0" sz="1550" spc="-1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67524F"/>
                </a:solidFill>
                <a:latin typeface="Tahoma"/>
                <a:cs typeface="Tahoma"/>
              </a:rPr>
              <a:t>stats,</a:t>
            </a:r>
            <a:r>
              <a:rPr dirty="0" sz="15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convert</a:t>
            </a:r>
            <a:r>
              <a:rPr dirty="0" sz="1550" spc="-1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67524F"/>
                </a:solidFill>
                <a:latin typeface="Tahoma"/>
                <a:cs typeface="Tahoma"/>
              </a:rPr>
              <a:t>to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PyTorch</a:t>
            </a:r>
            <a:r>
              <a:rPr dirty="0" sz="1550" spc="-114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67524F"/>
                </a:solidFill>
                <a:latin typeface="Tahoma"/>
                <a:cs typeface="Tahoma"/>
              </a:rPr>
              <a:t>tensor.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44955" y="4262120"/>
            <a:ext cx="1854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345">
                <a:solidFill>
                  <a:srgbClr val="67524F"/>
                </a:solidFill>
                <a:latin typeface="Tahoma"/>
                <a:cs typeface="Tahoma"/>
              </a:rPr>
              <a:t>0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057655" y="4565903"/>
            <a:ext cx="6160135" cy="24765"/>
          </a:xfrm>
          <a:custGeom>
            <a:avLst/>
            <a:gdLst/>
            <a:ahLst/>
            <a:cxnLst/>
            <a:rect l="l" t="t" r="r" b="b"/>
            <a:pathLst>
              <a:path w="6160134" h="24764">
                <a:moveTo>
                  <a:pt x="6160008" y="0"/>
                </a:moveTo>
                <a:lnTo>
                  <a:pt x="0" y="0"/>
                </a:lnTo>
                <a:lnTo>
                  <a:pt x="0" y="24384"/>
                </a:lnTo>
                <a:lnTo>
                  <a:pt x="6160008" y="24384"/>
                </a:lnTo>
                <a:lnTo>
                  <a:pt x="6160008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44955" y="4566920"/>
            <a:ext cx="6162675" cy="12198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55"/>
              </a:lnSpc>
              <a:spcBef>
                <a:spcPts val="110"/>
              </a:spcBef>
            </a:pPr>
            <a:r>
              <a:rPr dirty="0" sz="1550" spc="-50">
                <a:solidFill>
                  <a:srgbClr val="67524F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2435"/>
              </a:lnSpc>
            </a:pPr>
            <a:r>
              <a:rPr dirty="0" sz="2200">
                <a:solidFill>
                  <a:srgbClr val="67524F"/>
                </a:solidFill>
                <a:latin typeface="Tahoma"/>
                <a:cs typeface="Tahoma"/>
              </a:rPr>
              <a:t>Feature</a:t>
            </a:r>
            <a:r>
              <a:rPr dirty="0" sz="2200" spc="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67524F"/>
                </a:solidFill>
                <a:latin typeface="Tahoma"/>
                <a:cs typeface="Tahoma"/>
              </a:rPr>
              <a:t>Extraction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215">
                <a:solidFill>
                  <a:srgbClr val="67524F"/>
                </a:solidFill>
                <a:latin typeface="Tahoma"/>
                <a:cs typeface="Tahoma"/>
              </a:rPr>
              <a:t>CNN</a:t>
            </a:r>
            <a:r>
              <a:rPr dirty="0" sz="1550" spc="-10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67524F"/>
                </a:solidFill>
                <a:latin typeface="Tahoma"/>
                <a:cs typeface="Tahoma"/>
              </a:rPr>
              <a:t>backbone</a:t>
            </a:r>
            <a:r>
              <a:rPr dirty="0" sz="1550" spc="-1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67524F"/>
                </a:solidFill>
                <a:latin typeface="Tahoma"/>
                <a:cs typeface="Tahoma"/>
              </a:rPr>
              <a:t>extracts</a:t>
            </a:r>
            <a:r>
              <a:rPr dirty="0" sz="15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67524F"/>
                </a:solidFill>
                <a:latin typeface="Tahoma"/>
                <a:cs typeface="Tahoma"/>
              </a:rPr>
              <a:t>visual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67524F"/>
                </a:solidFill>
                <a:latin typeface="Tahoma"/>
                <a:cs typeface="Tahoma"/>
              </a:rPr>
              <a:t>features,</a:t>
            </a:r>
            <a:r>
              <a:rPr dirty="0" sz="1550" spc="-10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35">
                <a:solidFill>
                  <a:srgbClr val="67524F"/>
                </a:solidFill>
                <a:latin typeface="Tahoma"/>
                <a:cs typeface="Tahoma"/>
              </a:rPr>
              <a:t>detecting</a:t>
            </a:r>
            <a:r>
              <a:rPr dirty="0" sz="1550" spc="-10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14">
                <a:solidFill>
                  <a:srgbClr val="67524F"/>
                </a:solidFill>
                <a:latin typeface="Tahoma"/>
                <a:cs typeface="Tahoma"/>
              </a:rPr>
              <a:t>patterns</a:t>
            </a:r>
            <a:r>
              <a:rPr dirty="0" sz="15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67524F"/>
                </a:solidFill>
                <a:latin typeface="Tahoma"/>
                <a:cs typeface="Tahoma"/>
              </a:rPr>
              <a:t>like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550" spc="114">
                <a:solidFill>
                  <a:srgbClr val="67524F"/>
                </a:solidFill>
                <a:latin typeface="Tahoma"/>
                <a:cs typeface="Tahoma"/>
              </a:rPr>
              <a:t>spots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67524F"/>
                </a:solidFill>
                <a:latin typeface="Tahoma"/>
                <a:cs typeface="Tahoma"/>
              </a:rPr>
              <a:t>lesions.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403083" y="4262120"/>
            <a:ext cx="1854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345">
                <a:solidFill>
                  <a:srgbClr val="67524F"/>
                </a:solidFill>
                <a:latin typeface="Tahoma"/>
                <a:cs typeface="Tahoma"/>
              </a:rPr>
              <a:t>0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412735" y="4565903"/>
            <a:ext cx="6160135" cy="24765"/>
          </a:xfrm>
          <a:custGeom>
            <a:avLst/>
            <a:gdLst/>
            <a:ahLst/>
            <a:cxnLst/>
            <a:rect l="l" t="t" r="r" b="b"/>
            <a:pathLst>
              <a:path w="6160134" h="24764">
                <a:moveTo>
                  <a:pt x="6160008" y="0"/>
                </a:moveTo>
                <a:lnTo>
                  <a:pt x="0" y="0"/>
                </a:lnTo>
                <a:lnTo>
                  <a:pt x="0" y="24384"/>
                </a:lnTo>
                <a:lnTo>
                  <a:pt x="6160008" y="24384"/>
                </a:lnTo>
                <a:lnTo>
                  <a:pt x="6160008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7403083" y="4566920"/>
            <a:ext cx="5666740" cy="12198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55"/>
              </a:lnSpc>
              <a:spcBef>
                <a:spcPts val="110"/>
              </a:spcBef>
            </a:pPr>
            <a:r>
              <a:rPr dirty="0" sz="1550" spc="-50">
                <a:solidFill>
                  <a:srgbClr val="67524F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2435"/>
              </a:lnSpc>
            </a:pPr>
            <a:r>
              <a:rPr dirty="0" sz="2200" spc="-10">
                <a:solidFill>
                  <a:srgbClr val="67524F"/>
                </a:solidFill>
                <a:latin typeface="Tahoma"/>
                <a:cs typeface="Tahoma"/>
              </a:rPr>
              <a:t>Classification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105">
                <a:solidFill>
                  <a:srgbClr val="67524F"/>
                </a:solidFill>
                <a:latin typeface="Tahoma"/>
                <a:cs typeface="Tahoma"/>
              </a:rPr>
              <a:t>Fully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50">
                <a:solidFill>
                  <a:srgbClr val="67524F"/>
                </a:solidFill>
                <a:latin typeface="Tahoma"/>
                <a:cs typeface="Tahoma"/>
              </a:rPr>
              <a:t>connected</a:t>
            </a:r>
            <a:r>
              <a:rPr dirty="0" sz="1550" spc="-1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67524F"/>
                </a:solidFill>
                <a:latin typeface="Tahoma"/>
                <a:cs typeface="Tahoma"/>
              </a:rPr>
              <a:t>layers</a:t>
            </a:r>
            <a:r>
              <a:rPr dirty="0" sz="15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204">
                <a:solidFill>
                  <a:srgbClr val="67524F"/>
                </a:solidFill>
                <a:latin typeface="Tahoma"/>
                <a:cs typeface="Tahoma"/>
              </a:rPr>
              <a:t>map</a:t>
            </a:r>
            <a:r>
              <a:rPr dirty="0" sz="15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67524F"/>
                </a:solidFill>
                <a:latin typeface="Tahoma"/>
                <a:cs typeface="Tahoma"/>
              </a:rPr>
              <a:t>features</a:t>
            </a:r>
            <a:r>
              <a:rPr dirty="0" sz="15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to</a:t>
            </a:r>
            <a:r>
              <a:rPr dirty="0" sz="15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67524F"/>
                </a:solidFill>
                <a:latin typeface="Tahoma"/>
                <a:cs typeface="Tahoma"/>
              </a:rPr>
              <a:t>3</a:t>
            </a:r>
            <a:r>
              <a:rPr dirty="0" sz="15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67524F"/>
                </a:solidFill>
                <a:latin typeface="Tahoma"/>
                <a:cs typeface="Tahoma"/>
              </a:rPr>
              <a:t>classes;</a:t>
            </a:r>
            <a:r>
              <a:rPr dirty="0" sz="15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10">
                <a:solidFill>
                  <a:srgbClr val="67524F"/>
                </a:solidFill>
                <a:latin typeface="Tahoma"/>
                <a:cs typeface="Tahoma"/>
              </a:rPr>
              <a:t>Softmax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550" spc="140">
                <a:solidFill>
                  <a:srgbClr val="67524F"/>
                </a:solidFill>
                <a:latin typeface="Tahoma"/>
                <a:cs typeface="Tahoma"/>
              </a:rPr>
              <a:t>produces</a:t>
            </a:r>
            <a:r>
              <a:rPr dirty="0" sz="1550" spc="-1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67524F"/>
                </a:solidFill>
                <a:latin typeface="Tahoma"/>
                <a:cs typeface="Tahoma"/>
              </a:rPr>
              <a:t>probability</a:t>
            </a:r>
            <a:r>
              <a:rPr dirty="0" sz="1550" spc="-8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67524F"/>
                </a:solidFill>
                <a:latin typeface="Tahoma"/>
                <a:cs typeface="Tahoma"/>
              </a:rPr>
              <a:t>distribution.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44955" y="6079363"/>
            <a:ext cx="1854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345">
                <a:solidFill>
                  <a:srgbClr val="67524F"/>
                </a:solidFill>
                <a:latin typeface="Tahoma"/>
                <a:cs typeface="Tahoma"/>
              </a:rPr>
              <a:t>0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57655" y="6382511"/>
            <a:ext cx="6160135" cy="24765"/>
          </a:xfrm>
          <a:custGeom>
            <a:avLst/>
            <a:gdLst/>
            <a:ahLst/>
            <a:cxnLst/>
            <a:rect l="l" t="t" r="r" b="b"/>
            <a:pathLst>
              <a:path w="6160134" h="24764">
                <a:moveTo>
                  <a:pt x="6160008" y="0"/>
                </a:moveTo>
                <a:lnTo>
                  <a:pt x="0" y="0"/>
                </a:lnTo>
                <a:lnTo>
                  <a:pt x="0" y="24383"/>
                </a:lnTo>
                <a:lnTo>
                  <a:pt x="6160008" y="24383"/>
                </a:lnTo>
                <a:lnTo>
                  <a:pt x="6160008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44955" y="6384416"/>
            <a:ext cx="5655310" cy="12198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55"/>
              </a:lnSpc>
              <a:spcBef>
                <a:spcPts val="110"/>
              </a:spcBef>
            </a:pPr>
            <a:r>
              <a:rPr dirty="0" sz="1550" spc="-50">
                <a:solidFill>
                  <a:srgbClr val="67524F"/>
                </a:solidFill>
                <a:latin typeface="Tahoma"/>
                <a:cs typeface="Tahoma"/>
              </a:rPr>
              <a:t>5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2435"/>
              </a:lnSpc>
            </a:pPr>
            <a:r>
              <a:rPr dirty="0" sz="2200" spc="55">
                <a:solidFill>
                  <a:srgbClr val="67524F"/>
                </a:solidFill>
                <a:latin typeface="Tahoma"/>
                <a:cs typeface="Tahoma"/>
              </a:rPr>
              <a:t>Confidence</a:t>
            </a:r>
            <a:r>
              <a:rPr dirty="0" sz="220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67524F"/>
                </a:solidFill>
                <a:latin typeface="Tahoma"/>
                <a:cs typeface="Tahoma"/>
              </a:rPr>
              <a:t>Scoring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135">
                <a:solidFill>
                  <a:srgbClr val="67524F"/>
                </a:solidFill>
                <a:latin typeface="Tahoma"/>
                <a:cs typeface="Tahoma"/>
              </a:rPr>
              <a:t>Highest</a:t>
            </a:r>
            <a:r>
              <a:rPr dirty="0" sz="1550" spc="-10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67524F"/>
                </a:solidFill>
                <a:latin typeface="Tahoma"/>
                <a:cs typeface="Tahoma"/>
              </a:rPr>
              <a:t>probability</a:t>
            </a:r>
            <a:r>
              <a:rPr dirty="0" sz="15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67524F"/>
                </a:solidFill>
                <a:latin typeface="Tahoma"/>
                <a:cs typeface="Tahoma"/>
              </a:rPr>
              <a:t>class</a:t>
            </a:r>
            <a:r>
              <a:rPr dirty="0" sz="15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67524F"/>
                </a:solidFill>
                <a:latin typeface="Tahoma"/>
                <a:cs typeface="Tahoma"/>
              </a:rPr>
              <a:t>selected;</a:t>
            </a:r>
            <a:r>
              <a:rPr dirty="0" sz="15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67524F"/>
                </a:solidFill>
                <a:latin typeface="Tahoma"/>
                <a:cs typeface="Tahoma"/>
              </a:rPr>
              <a:t>60%</a:t>
            </a:r>
            <a:r>
              <a:rPr dirty="0" sz="155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threshold</a:t>
            </a:r>
            <a:r>
              <a:rPr dirty="0" sz="1550" spc="-1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67524F"/>
                </a:solidFill>
                <a:latin typeface="Tahoma"/>
                <a:cs typeface="Tahoma"/>
              </a:rPr>
              <a:t>ensures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550" spc="90">
                <a:solidFill>
                  <a:srgbClr val="67524F"/>
                </a:solidFill>
                <a:latin typeface="Tahoma"/>
                <a:cs typeface="Tahoma"/>
              </a:rPr>
              <a:t>reliable</a:t>
            </a:r>
            <a:r>
              <a:rPr dirty="0" sz="15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67524F"/>
                </a:solidFill>
                <a:latin typeface="Tahoma"/>
                <a:cs typeface="Tahoma"/>
              </a:rPr>
              <a:t>predictions.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403083" y="6079363"/>
            <a:ext cx="1854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345">
                <a:solidFill>
                  <a:srgbClr val="67524F"/>
                </a:solidFill>
                <a:latin typeface="Tahoma"/>
                <a:cs typeface="Tahoma"/>
              </a:rPr>
              <a:t>0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7412735" y="6382511"/>
            <a:ext cx="6160135" cy="24765"/>
          </a:xfrm>
          <a:custGeom>
            <a:avLst/>
            <a:gdLst/>
            <a:ahLst/>
            <a:cxnLst/>
            <a:rect l="l" t="t" r="r" b="b"/>
            <a:pathLst>
              <a:path w="6160134" h="24764">
                <a:moveTo>
                  <a:pt x="6160008" y="0"/>
                </a:moveTo>
                <a:lnTo>
                  <a:pt x="0" y="0"/>
                </a:lnTo>
                <a:lnTo>
                  <a:pt x="0" y="24383"/>
                </a:lnTo>
                <a:lnTo>
                  <a:pt x="6160008" y="24383"/>
                </a:lnTo>
                <a:lnTo>
                  <a:pt x="6160008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7403083" y="6384416"/>
            <a:ext cx="5009515" cy="12198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55"/>
              </a:lnSpc>
              <a:spcBef>
                <a:spcPts val="110"/>
              </a:spcBef>
            </a:pPr>
            <a:r>
              <a:rPr dirty="0" sz="1550" spc="-50">
                <a:solidFill>
                  <a:srgbClr val="67524F"/>
                </a:solidFill>
                <a:latin typeface="Tahoma"/>
                <a:cs typeface="Tahoma"/>
              </a:rPr>
              <a:t>6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2435"/>
              </a:lnSpc>
            </a:pPr>
            <a:r>
              <a:rPr dirty="0" sz="2200">
                <a:solidFill>
                  <a:srgbClr val="67524F"/>
                </a:solidFill>
                <a:latin typeface="Tahoma"/>
                <a:cs typeface="Tahoma"/>
              </a:rPr>
              <a:t>Result</a:t>
            </a:r>
            <a:r>
              <a:rPr dirty="0" sz="2200" spc="-1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67524F"/>
                </a:solidFill>
                <a:latin typeface="Tahoma"/>
                <a:cs typeface="Tahoma"/>
              </a:rPr>
              <a:t>Presentation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105">
                <a:solidFill>
                  <a:srgbClr val="67524F"/>
                </a:solidFill>
                <a:latin typeface="Tahoma"/>
                <a:cs typeface="Tahoma"/>
              </a:rPr>
              <a:t>Disease</a:t>
            </a:r>
            <a:r>
              <a:rPr dirty="0" sz="15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name,</a:t>
            </a:r>
            <a:r>
              <a:rPr dirty="0" sz="1550" spc="-1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10">
                <a:solidFill>
                  <a:srgbClr val="67524F"/>
                </a:solidFill>
                <a:latin typeface="Tahoma"/>
                <a:cs typeface="Tahoma"/>
              </a:rPr>
              <a:t>confidence,</a:t>
            </a:r>
            <a:r>
              <a:rPr dirty="0" sz="1550" spc="-9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67524F"/>
                </a:solidFill>
                <a:latin typeface="Tahoma"/>
                <a:cs typeface="Tahoma"/>
              </a:rPr>
              <a:t>description,</a:t>
            </a:r>
            <a:r>
              <a:rPr dirty="0" sz="1550" spc="-1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67524F"/>
                </a:solidFill>
                <a:latin typeface="Tahoma"/>
                <a:cs typeface="Tahoma"/>
              </a:rPr>
              <a:t>symptoms,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550" spc="135">
                <a:solidFill>
                  <a:srgbClr val="67524F"/>
                </a:solidFill>
                <a:latin typeface="Tahoma"/>
                <a:cs typeface="Tahoma"/>
              </a:rPr>
              <a:t>recommendations,</a:t>
            </a:r>
            <a:r>
              <a:rPr dirty="0" sz="1550" spc="-1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550" spc="-9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140">
                <a:solidFill>
                  <a:srgbClr val="67524F"/>
                </a:solidFill>
                <a:latin typeface="Tahoma"/>
                <a:cs typeface="Tahoma"/>
              </a:rPr>
              <a:t>downloadable</a:t>
            </a:r>
            <a:r>
              <a:rPr dirty="0" sz="1550" spc="-1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225">
                <a:solidFill>
                  <a:srgbClr val="67524F"/>
                </a:solidFill>
                <a:latin typeface="Tahoma"/>
                <a:cs typeface="Tahoma"/>
              </a:rPr>
              <a:t>PDF</a:t>
            </a:r>
            <a:r>
              <a:rPr dirty="0" sz="1550" spc="-114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67524F"/>
                </a:solidFill>
                <a:latin typeface="Tahoma"/>
                <a:cs typeface="Tahoma"/>
              </a:rPr>
              <a:t>report.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FF4">
              <a:alpha val="8431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9629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dirty="0" spc="5"/>
              <a:t> </a:t>
            </a:r>
            <a:r>
              <a:rPr dirty="0" spc="60"/>
              <a:t>and</a:t>
            </a:r>
            <a:r>
              <a:rPr dirty="0" spc="20"/>
              <a:t> </a:t>
            </a:r>
            <a:r>
              <a:rPr dirty="0" spc="55"/>
              <a:t>Technologies</a:t>
            </a:r>
            <a:r>
              <a:rPr dirty="0" spc="5"/>
              <a:t> </a:t>
            </a:r>
            <a:r>
              <a:rPr dirty="0" spc="-20"/>
              <a:t>Used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551177" y="1594180"/>
            <a:ext cx="1106868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130">
                <a:solidFill>
                  <a:srgbClr val="67524F"/>
                </a:solidFill>
                <a:latin typeface="Tahoma"/>
                <a:cs typeface="Tahoma"/>
              </a:rPr>
              <a:t>Our</a:t>
            </a:r>
            <a:r>
              <a:rPr dirty="0" sz="140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67524F"/>
                </a:solidFill>
                <a:latin typeface="Tahoma"/>
                <a:cs typeface="Tahoma"/>
              </a:rPr>
              <a:t>project</a:t>
            </a:r>
            <a:r>
              <a:rPr dirty="0" sz="140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7524F"/>
                </a:solidFill>
                <a:latin typeface="Tahoma"/>
                <a:cs typeface="Tahoma"/>
              </a:rPr>
              <a:t>leverages</a:t>
            </a:r>
            <a:r>
              <a:rPr dirty="0" sz="1400" spc="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7524F"/>
                </a:solidFill>
                <a:latin typeface="Tahoma"/>
                <a:cs typeface="Tahoma"/>
              </a:rPr>
              <a:t>a</a:t>
            </a:r>
            <a:r>
              <a:rPr dirty="0" sz="140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95">
                <a:solidFill>
                  <a:srgbClr val="67524F"/>
                </a:solidFill>
                <a:latin typeface="Tahoma"/>
                <a:cs typeface="Tahoma"/>
              </a:rPr>
              <a:t>robust</a:t>
            </a:r>
            <a:r>
              <a:rPr dirty="0" sz="140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95">
                <a:solidFill>
                  <a:srgbClr val="67524F"/>
                </a:solidFill>
                <a:latin typeface="Tahoma"/>
                <a:cs typeface="Tahoma"/>
              </a:rPr>
              <a:t>stack</a:t>
            </a:r>
            <a:r>
              <a:rPr dirty="0" sz="140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7524F"/>
                </a:solidFill>
                <a:latin typeface="Tahoma"/>
                <a:cs typeface="Tahoma"/>
              </a:rPr>
              <a:t>of</a:t>
            </a:r>
            <a:r>
              <a:rPr dirty="0" sz="140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14">
                <a:solidFill>
                  <a:srgbClr val="67524F"/>
                </a:solidFill>
                <a:latin typeface="Tahoma"/>
                <a:cs typeface="Tahoma"/>
              </a:rPr>
              <a:t>cutting-</a:t>
            </a:r>
            <a:r>
              <a:rPr dirty="0" sz="1400" spc="130">
                <a:solidFill>
                  <a:srgbClr val="67524F"/>
                </a:solidFill>
                <a:latin typeface="Tahoma"/>
                <a:cs typeface="Tahoma"/>
              </a:rPr>
              <a:t>edge</a:t>
            </a:r>
            <a:r>
              <a:rPr dirty="0" sz="140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7524F"/>
                </a:solidFill>
                <a:latin typeface="Tahoma"/>
                <a:cs typeface="Tahoma"/>
              </a:rPr>
              <a:t>tools</a:t>
            </a:r>
            <a:r>
              <a:rPr dirty="0" sz="140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2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4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7524F"/>
                </a:solidFill>
                <a:latin typeface="Tahoma"/>
                <a:cs typeface="Tahoma"/>
              </a:rPr>
              <a:t>frameworks</a:t>
            </a:r>
            <a:r>
              <a:rPr dirty="0" sz="14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67524F"/>
                </a:solidFill>
                <a:latin typeface="Tahoma"/>
                <a:cs typeface="Tahoma"/>
              </a:rPr>
              <a:t>to</a:t>
            </a:r>
            <a:r>
              <a:rPr dirty="0" sz="140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7524F"/>
                </a:solidFill>
                <a:latin typeface="Tahoma"/>
                <a:cs typeface="Tahoma"/>
              </a:rPr>
              <a:t>ensure</a:t>
            </a:r>
            <a:r>
              <a:rPr dirty="0" sz="1400" spc="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67524F"/>
                </a:solidFill>
                <a:latin typeface="Tahoma"/>
                <a:cs typeface="Tahoma"/>
              </a:rPr>
              <a:t>efficiency,</a:t>
            </a:r>
            <a:r>
              <a:rPr dirty="0" sz="140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7524F"/>
                </a:solidFill>
                <a:latin typeface="Tahoma"/>
                <a:cs typeface="Tahoma"/>
              </a:rPr>
              <a:t>scalability,</a:t>
            </a:r>
            <a:r>
              <a:rPr dirty="0" sz="140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12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4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7524F"/>
                </a:solidFill>
                <a:latin typeface="Tahoma"/>
                <a:cs typeface="Tahoma"/>
              </a:rPr>
              <a:t>performance.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557527" y="2008632"/>
            <a:ext cx="11518900" cy="5608320"/>
            <a:chOff x="1557527" y="2008632"/>
            <a:chExt cx="11518900" cy="5608320"/>
          </a:xfrm>
        </p:grpSpPr>
        <p:sp>
          <p:nvSpPr>
            <p:cNvPr id="6" name="object 6" descr=""/>
            <p:cNvSpPr/>
            <p:nvPr/>
          </p:nvSpPr>
          <p:spPr>
            <a:xfrm>
              <a:off x="1565147" y="2016252"/>
              <a:ext cx="11503660" cy="5593080"/>
            </a:xfrm>
            <a:custGeom>
              <a:avLst/>
              <a:gdLst/>
              <a:ahLst/>
              <a:cxnLst/>
              <a:rect l="l" t="t" r="r" b="b"/>
              <a:pathLst>
                <a:path w="11503660" h="5593080">
                  <a:moveTo>
                    <a:pt x="11426825" y="0"/>
                  </a:moveTo>
                  <a:lnTo>
                    <a:pt x="76327" y="0"/>
                  </a:lnTo>
                  <a:lnTo>
                    <a:pt x="46612" y="5996"/>
                  </a:lnTo>
                  <a:lnTo>
                    <a:pt x="22352" y="22352"/>
                  </a:lnTo>
                  <a:lnTo>
                    <a:pt x="5996" y="46612"/>
                  </a:lnTo>
                  <a:lnTo>
                    <a:pt x="0" y="76326"/>
                  </a:lnTo>
                  <a:lnTo>
                    <a:pt x="0" y="5516727"/>
                  </a:lnTo>
                  <a:lnTo>
                    <a:pt x="5996" y="5546445"/>
                  </a:lnTo>
                  <a:lnTo>
                    <a:pt x="22352" y="5570715"/>
                  </a:lnTo>
                  <a:lnTo>
                    <a:pt x="46612" y="5587079"/>
                  </a:lnTo>
                  <a:lnTo>
                    <a:pt x="76327" y="5593080"/>
                  </a:lnTo>
                  <a:lnTo>
                    <a:pt x="11426825" y="5593080"/>
                  </a:lnTo>
                  <a:lnTo>
                    <a:pt x="11456539" y="5587079"/>
                  </a:lnTo>
                  <a:lnTo>
                    <a:pt x="11480800" y="5570715"/>
                  </a:lnTo>
                  <a:lnTo>
                    <a:pt x="11497155" y="5546445"/>
                  </a:lnTo>
                  <a:lnTo>
                    <a:pt x="11503152" y="5516727"/>
                  </a:lnTo>
                  <a:lnTo>
                    <a:pt x="11503152" y="76326"/>
                  </a:lnTo>
                  <a:lnTo>
                    <a:pt x="11497155" y="46612"/>
                  </a:lnTo>
                  <a:lnTo>
                    <a:pt x="11480800" y="22351"/>
                  </a:lnTo>
                  <a:lnTo>
                    <a:pt x="11456539" y="5996"/>
                  </a:lnTo>
                  <a:lnTo>
                    <a:pt x="11426825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65147" y="2016252"/>
              <a:ext cx="11503660" cy="5593080"/>
            </a:xfrm>
            <a:custGeom>
              <a:avLst/>
              <a:gdLst/>
              <a:ahLst/>
              <a:cxnLst/>
              <a:rect l="l" t="t" r="r" b="b"/>
              <a:pathLst>
                <a:path w="11503660" h="5593080">
                  <a:moveTo>
                    <a:pt x="0" y="76326"/>
                  </a:moveTo>
                  <a:lnTo>
                    <a:pt x="5996" y="46612"/>
                  </a:lnTo>
                  <a:lnTo>
                    <a:pt x="22352" y="22352"/>
                  </a:lnTo>
                  <a:lnTo>
                    <a:pt x="46612" y="5996"/>
                  </a:lnTo>
                  <a:lnTo>
                    <a:pt x="76327" y="0"/>
                  </a:lnTo>
                  <a:lnTo>
                    <a:pt x="11426825" y="0"/>
                  </a:lnTo>
                  <a:lnTo>
                    <a:pt x="11456539" y="5996"/>
                  </a:lnTo>
                  <a:lnTo>
                    <a:pt x="11480800" y="22351"/>
                  </a:lnTo>
                  <a:lnTo>
                    <a:pt x="11497155" y="46612"/>
                  </a:lnTo>
                  <a:lnTo>
                    <a:pt x="11503152" y="76326"/>
                  </a:lnTo>
                  <a:lnTo>
                    <a:pt x="11503152" y="5516727"/>
                  </a:lnTo>
                  <a:lnTo>
                    <a:pt x="11497155" y="5546445"/>
                  </a:lnTo>
                  <a:lnTo>
                    <a:pt x="11480800" y="5570715"/>
                  </a:lnTo>
                  <a:lnTo>
                    <a:pt x="11456539" y="5587079"/>
                  </a:lnTo>
                  <a:lnTo>
                    <a:pt x="11426825" y="5593080"/>
                  </a:lnTo>
                  <a:lnTo>
                    <a:pt x="76327" y="5593080"/>
                  </a:lnTo>
                  <a:lnTo>
                    <a:pt x="46612" y="5587079"/>
                  </a:lnTo>
                  <a:lnTo>
                    <a:pt x="22352" y="5570715"/>
                  </a:lnTo>
                  <a:lnTo>
                    <a:pt x="5996" y="5546445"/>
                  </a:lnTo>
                  <a:lnTo>
                    <a:pt x="0" y="5516727"/>
                  </a:lnTo>
                  <a:lnTo>
                    <a:pt x="0" y="76326"/>
                  </a:lnTo>
                  <a:close/>
                </a:path>
              </a:pathLst>
            </a:custGeom>
            <a:ln w="1523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78863" y="2029968"/>
              <a:ext cx="5736590" cy="2085339"/>
            </a:xfrm>
            <a:custGeom>
              <a:avLst/>
              <a:gdLst/>
              <a:ahLst/>
              <a:cxnLst/>
              <a:rect l="l" t="t" r="r" b="b"/>
              <a:pathLst>
                <a:path w="5736590" h="2085339">
                  <a:moveTo>
                    <a:pt x="5660009" y="0"/>
                  </a:moveTo>
                  <a:lnTo>
                    <a:pt x="76327" y="0"/>
                  </a:lnTo>
                  <a:lnTo>
                    <a:pt x="46612" y="5996"/>
                  </a:lnTo>
                  <a:lnTo>
                    <a:pt x="22352" y="22351"/>
                  </a:lnTo>
                  <a:lnTo>
                    <a:pt x="5996" y="46612"/>
                  </a:lnTo>
                  <a:lnTo>
                    <a:pt x="0" y="76327"/>
                  </a:lnTo>
                  <a:lnTo>
                    <a:pt x="0" y="2008505"/>
                  </a:lnTo>
                  <a:lnTo>
                    <a:pt x="5996" y="2038219"/>
                  </a:lnTo>
                  <a:lnTo>
                    <a:pt x="22352" y="2062480"/>
                  </a:lnTo>
                  <a:lnTo>
                    <a:pt x="46612" y="2078835"/>
                  </a:lnTo>
                  <a:lnTo>
                    <a:pt x="76327" y="2084832"/>
                  </a:lnTo>
                  <a:lnTo>
                    <a:pt x="5660009" y="2084832"/>
                  </a:lnTo>
                  <a:lnTo>
                    <a:pt x="5689723" y="2078835"/>
                  </a:lnTo>
                  <a:lnTo>
                    <a:pt x="5713984" y="2062479"/>
                  </a:lnTo>
                  <a:lnTo>
                    <a:pt x="5730339" y="2038219"/>
                  </a:lnTo>
                  <a:lnTo>
                    <a:pt x="5736336" y="2008505"/>
                  </a:lnTo>
                  <a:lnTo>
                    <a:pt x="5736336" y="76327"/>
                  </a:lnTo>
                  <a:lnTo>
                    <a:pt x="5730339" y="46612"/>
                  </a:lnTo>
                  <a:lnTo>
                    <a:pt x="5713984" y="22352"/>
                  </a:lnTo>
                  <a:lnTo>
                    <a:pt x="5689723" y="5996"/>
                  </a:lnTo>
                  <a:lnTo>
                    <a:pt x="5660009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748408" y="2241626"/>
            <a:ext cx="1724660" cy="171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7524F"/>
                </a:solidFill>
                <a:latin typeface="Tahoma"/>
                <a:cs typeface="Tahoma"/>
              </a:rPr>
              <a:t>Deep</a:t>
            </a:r>
            <a:r>
              <a:rPr dirty="0" sz="2050" spc="1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Learning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400" spc="85">
                <a:solidFill>
                  <a:srgbClr val="444444"/>
                </a:solidFill>
                <a:latin typeface="Tahoma"/>
                <a:cs typeface="Tahoma"/>
              </a:rPr>
              <a:t>PyTorch</a:t>
            </a:r>
            <a:endParaRPr sz="1400">
              <a:latin typeface="Tahoma"/>
              <a:cs typeface="Tahoma"/>
            </a:endParaRPr>
          </a:p>
          <a:p>
            <a:pPr marL="12700" marR="697865">
              <a:lnSpc>
                <a:spcPct val="161900"/>
              </a:lnSpc>
              <a:spcBef>
                <a:spcPts val="5"/>
              </a:spcBef>
            </a:pPr>
            <a:r>
              <a:rPr dirty="0" sz="1400" spc="65">
                <a:solidFill>
                  <a:srgbClr val="444444"/>
                </a:solidFill>
                <a:latin typeface="Tahoma"/>
                <a:cs typeface="Tahoma"/>
              </a:rPr>
              <a:t>Torchvision </a:t>
            </a:r>
            <a:r>
              <a:rPr dirty="0" sz="1400" spc="170">
                <a:solidFill>
                  <a:srgbClr val="444444"/>
                </a:solidFill>
                <a:latin typeface="Tahoma"/>
                <a:cs typeface="Tahoma"/>
              </a:rPr>
              <a:t>NumPy </a:t>
            </a:r>
            <a:r>
              <a:rPr dirty="0" sz="1400" spc="95">
                <a:solidFill>
                  <a:srgbClr val="444444"/>
                </a:solidFill>
                <a:latin typeface="Tahoma"/>
                <a:cs typeface="Tahoma"/>
              </a:rPr>
              <a:t>Matplotlib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15200" y="2029967"/>
            <a:ext cx="5736590" cy="2085339"/>
            <a:chOff x="7315200" y="2029967"/>
            <a:chExt cx="5736590" cy="2085339"/>
          </a:xfrm>
        </p:grpSpPr>
        <p:sp>
          <p:nvSpPr>
            <p:cNvPr id="11" name="object 11" descr=""/>
            <p:cNvSpPr/>
            <p:nvPr/>
          </p:nvSpPr>
          <p:spPr>
            <a:xfrm>
              <a:off x="7315200" y="2029967"/>
              <a:ext cx="5736590" cy="2085339"/>
            </a:xfrm>
            <a:custGeom>
              <a:avLst/>
              <a:gdLst/>
              <a:ahLst/>
              <a:cxnLst/>
              <a:rect l="l" t="t" r="r" b="b"/>
              <a:pathLst>
                <a:path w="5736590" h="2085339">
                  <a:moveTo>
                    <a:pt x="5736336" y="0"/>
                  </a:moveTo>
                  <a:lnTo>
                    <a:pt x="0" y="0"/>
                  </a:lnTo>
                  <a:lnTo>
                    <a:pt x="0" y="2084831"/>
                  </a:lnTo>
                  <a:lnTo>
                    <a:pt x="5736336" y="2084831"/>
                  </a:lnTo>
                  <a:lnTo>
                    <a:pt x="5736336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15200" y="2029967"/>
              <a:ext cx="21590" cy="2085339"/>
            </a:xfrm>
            <a:custGeom>
              <a:avLst/>
              <a:gdLst/>
              <a:ahLst/>
              <a:cxnLst/>
              <a:rect l="l" t="t" r="r" b="b"/>
              <a:pathLst>
                <a:path w="21590" h="2085339">
                  <a:moveTo>
                    <a:pt x="16509" y="0"/>
                  </a:moveTo>
                  <a:lnTo>
                    <a:pt x="4825" y="0"/>
                  </a:lnTo>
                  <a:lnTo>
                    <a:pt x="0" y="4826"/>
                  </a:lnTo>
                  <a:lnTo>
                    <a:pt x="0" y="10668"/>
                  </a:lnTo>
                  <a:lnTo>
                    <a:pt x="0" y="2080006"/>
                  </a:lnTo>
                  <a:lnTo>
                    <a:pt x="4825" y="2084832"/>
                  </a:lnTo>
                  <a:lnTo>
                    <a:pt x="16509" y="2084832"/>
                  </a:lnTo>
                  <a:lnTo>
                    <a:pt x="21335" y="2080006"/>
                  </a:lnTo>
                  <a:lnTo>
                    <a:pt x="21335" y="4826"/>
                  </a:lnTo>
                  <a:lnTo>
                    <a:pt x="16509" y="0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758810" y="2241626"/>
            <a:ext cx="1188720" cy="6781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85">
                <a:solidFill>
                  <a:srgbClr val="67524F"/>
                </a:solidFill>
                <a:latin typeface="Tahoma"/>
                <a:cs typeface="Tahoma"/>
              </a:rPr>
              <a:t>Web</a:t>
            </a:r>
            <a:r>
              <a:rPr dirty="0" sz="20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180">
                <a:solidFill>
                  <a:srgbClr val="67524F"/>
                </a:solidFill>
                <a:latin typeface="Tahoma"/>
                <a:cs typeface="Tahoma"/>
              </a:rPr>
              <a:t>&amp;</a:t>
            </a:r>
            <a:r>
              <a:rPr dirty="0" sz="2050" spc="-25">
                <a:solidFill>
                  <a:srgbClr val="67524F"/>
                </a:solidFill>
                <a:latin typeface="Tahoma"/>
                <a:cs typeface="Tahoma"/>
              </a:rPr>
              <a:t> UI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400" spc="90">
                <a:solidFill>
                  <a:srgbClr val="444444"/>
                </a:solidFill>
                <a:latin typeface="Tahoma"/>
                <a:cs typeface="Tahoma"/>
              </a:rPr>
              <a:t>Streamlit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578863" y="2834513"/>
            <a:ext cx="5977255" cy="3020695"/>
            <a:chOff x="1578863" y="2834513"/>
            <a:chExt cx="5977255" cy="3020695"/>
          </a:xfrm>
        </p:grpSpPr>
        <p:sp>
          <p:nvSpPr>
            <p:cNvPr id="15" name="object 15" descr=""/>
            <p:cNvSpPr/>
            <p:nvPr/>
          </p:nvSpPr>
          <p:spPr>
            <a:xfrm>
              <a:off x="7088123" y="2845308"/>
              <a:ext cx="457200" cy="454659"/>
            </a:xfrm>
            <a:custGeom>
              <a:avLst/>
              <a:gdLst/>
              <a:ahLst/>
              <a:cxnLst/>
              <a:rect l="l" t="t" r="r" b="b"/>
              <a:pathLst>
                <a:path w="457200" h="454660">
                  <a:moveTo>
                    <a:pt x="380873" y="0"/>
                  </a:moveTo>
                  <a:lnTo>
                    <a:pt x="76326" y="0"/>
                  </a:lnTo>
                  <a:lnTo>
                    <a:pt x="46612" y="5996"/>
                  </a:lnTo>
                  <a:lnTo>
                    <a:pt x="22351" y="22352"/>
                  </a:lnTo>
                  <a:lnTo>
                    <a:pt x="5996" y="46612"/>
                  </a:lnTo>
                  <a:lnTo>
                    <a:pt x="0" y="76326"/>
                  </a:lnTo>
                  <a:lnTo>
                    <a:pt x="0" y="377825"/>
                  </a:lnTo>
                  <a:lnTo>
                    <a:pt x="5996" y="407539"/>
                  </a:lnTo>
                  <a:lnTo>
                    <a:pt x="22351" y="431800"/>
                  </a:lnTo>
                  <a:lnTo>
                    <a:pt x="46612" y="448155"/>
                  </a:lnTo>
                  <a:lnTo>
                    <a:pt x="76326" y="454151"/>
                  </a:lnTo>
                  <a:lnTo>
                    <a:pt x="380873" y="454151"/>
                  </a:lnTo>
                  <a:lnTo>
                    <a:pt x="410587" y="448155"/>
                  </a:lnTo>
                  <a:lnTo>
                    <a:pt x="434848" y="431799"/>
                  </a:lnTo>
                  <a:lnTo>
                    <a:pt x="451203" y="407539"/>
                  </a:lnTo>
                  <a:lnTo>
                    <a:pt x="457200" y="377825"/>
                  </a:lnTo>
                  <a:lnTo>
                    <a:pt x="457200" y="76326"/>
                  </a:lnTo>
                  <a:lnTo>
                    <a:pt x="451203" y="46612"/>
                  </a:lnTo>
                  <a:lnTo>
                    <a:pt x="434848" y="22351"/>
                  </a:lnTo>
                  <a:lnTo>
                    <a:pt x="410587" y="5996"/>
                  </a:lnTo>
                  <a:lnTo>
                    <a:pt x="380873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088123" y="2845308"/>
              <a:ext cx="457200" cy="454659"/>
            </a:xfrm>
            <a:custGeom>
              <a:avLst/>
              <a:gdLst/>
              <a:ahLst/>
              <a:cxnLst/>
              <a:rect l="l" t="t" r="r" b="b"/>
              <a:pathLst>
                <a:path w="457200" h="454660">
                  <a:moveTo>
                    <a:pt x="0" y="76326"/>
                  </a:moveTo>
                  <a:lnTo>
                    <a:pt x="5996" y="46612"/>
                  </a:lnTo>
                  <a:lnTo>
                    <a:pt x="22351" y="22352"/>
                  </a:lnTo>
                  <a:lnTo>
                    <a:pt x="46612" y="5996"/>
                  </a:lnTo>
                  <a:lnTo>
                    <a:pt x="76326" y="0"/>
                  </a:lnTo>
                  <a:lnTo>
                    <a:pt x="380873" y="0"/>
                  </a:lnTo>
                  <a:lnTo>
                    <a:pt x="410587" y="5996"/>
                  </a:lnTo>
                  <a:lnTo>
                    <a:pt x="434848" y="22351"/>
                  </a:lnTo>
                  <a:lnTo>
                    <a:pt x="451203" y="46612"/>
                  </a:lnTo>
                  <a:lnTo>
                    <a:pt x="457200" y="76326"/>
                  </a:lnTo>
                  <a:lnTo>
                    <a:pt x="457200" y="377825"/>
                  </a:lnTo>
                  <a:lnTo>
                    <a:pt x="451203" y="407539"/>
                  </a:lnTo>
                  <a:lnTo>
                    <a:pt x="434848" y="431799"/>
                  </a:lnTo>
                  <a:lnTo>
                    <a:pt x="410587" y="448155"/>
                  </a:lnTo>
                  <a:lnTo>
                    <a:pt x="380873" y="454151"/>
                  </a:lnTo>
                  <a:lnTo>
                    <a:pt x="76326" y="454151"/>
                  </a:lnTo>
                  <a:lnTo>
                    <a:pt x="46612" y="448155"/>
                  </a:lnTo>
                  <a:lnTo>
                    <a:pt x="22351" y="431800"/>
                  </a:lnTo>
                  <a:lnTo>
                    <a:pt x="5996" y="407539"/>
                  </a:lnTo>
                  <a:lnTo>
                    <a:pt x="0" y="377825"/>
                  </a:lnTo>
                  <a:lnTo>
                    <a:pt x="0" y="76326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2423" y="2959608"/>
              <a:ext cx="225551" cy="22555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78863" y="4114800"/>
              <a:ext cx="5736590" cy="1740535"/>
            </a:xfrm>
            <a:custGeom>
              <a:avLst/>
              <a:gdLst/>
              <a:ahLst/>
              <a:cxnLst/>
              <a:rect l="l" t="t" r="r" b="b"/>
              <a:pathLst>
                <a:path w="5736590" h="1740535">
                  <a:moveTo>
                    <a:pt x="5736336" y="0"/>
                  </a:moveTo>
                  <a:lnTo>
                    <a:pt x="0" y="0"/>
                  </a:lnTo>
                  <a:lnTo>
                    <a:pt x="0" y="1740408"/>
                  </a:lnTo>
                  <a:lnTo>
                    <a:pt x="5736336" y="1740408"/>
                  </a:lnTo>
                  <a:lnTo>
                    <a:pt x="5736336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78863" y="4114800"/>
              <a:ext cx="5736590" cy="21590"/>
            </a:xfrm>
            <a:custGeom>
              <a:avLst/>
              <a:gdLst/>
              <a:ahLst/>
              <a:cxnLst/>
              <a:rect l="l" t="t" r="r" b="b"/>
              <a:pathLst>
                <a:path w="5736590" h="21589">
                  <a:moveTo>
                    <a:pt x="5731510" y="0"/>
                  </a:moveTo>
                  <a:lnTo>
                    <a:pt x="4826" y="0"/>
                  </a:lnTo>
                  <a:lnTo>
                    <a:pt x="0" y="4825"/>
                  </a:lnTo>
                  <a:lnTo>
                    <a:pt x="0" y="10667"/>
                  </a:lnTo>
                  <a:lnTo>
                    <a:pt x="0" y="16510"/>
                  </a:lnTo>
                  <a:lnTo>
                    <a:pt x="4826" y="21336"/>
                  </a:lnTo>
                  <a:lnTo>
                    <a:pt x="5731510" y="21336"/>
                  </a:lnTo>
                  <a:lnTo>
                    <a:pt x="5736336" y="16510"/>
                  </a:lnTo>
                  <a:lnTo>
                    <a:pt x="5736336" y="4825"/>
                  </a:lnTo>
                  <a:lnTo>
                    <a:pt x="5731510" y="0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748408" y="4327347"/>
            <a:ext cx="2924175" cy="102361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7524F"/>
                </a:solidFill>
                <a:latin typeface="Tahoma"/>
                <a:cs typeface="Tahoma"/>
              </a:rPr>
              <a:t>Programming</a:t>
            </a:r>
            <a:r>
              <a:rPr dirty="0" sz="2050" spc="4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Languages</a:t>
            </a:r>
            <a:endParaRPr sz="2050">
              <a:latin typeface="Tahoma"/>
              <a:cs typeface="Tahoma"/>
            </a:endParaRPr>
          </a:p>
          <a:p>
            <a:pPr marL="12700" marR="2259965">
              <a:lnSpc>
                <a:spcPts val="2720"/>
              </a:lnSpc>
              <a:spcBef>
                <a:spcPts val="65"/>
              </a:spcBef>
            </a:pPr>
            <a:r>
              <a:rPr dirty="0" sz="1400" spc="114">
                <a:solidFill>
                  <a:srgbClr val="444444"/>
                </a:solidFill>
                <a:latin typeface="Tahoma"/>
                <a:cs typeface="Tahoma"/>
              </a:rPr>
              <a:t>Python </a:t>
            </a:r>
            <a:r>
              <a:rPr dirty="0" sz="1400" spc="70">
                <a:solidFill>
                  <a:srgbClr val="444444"/>
                </a:solidFill>
                <a:latin typeface="Tahoma"/>
                <a:cs typeface="Tahoma"/>
              </a:rPr>
              <a:t>CSS3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315200" y="4114800"/>
            <a:ext cx="5736590" cy="1740535"/>
            <a:chOff x="7315200" y="4114800"/>
            <a:chExt cx="5736590" cy="1740535"/>
          </a:xfrm>
        </p:grpSpPr>
        <p:sp>
          <p:nvSpPr>
            <p:cNvPr id="22" name="object 22" descr=""/>
            <p:cNvSpPr/>
            <p:nvPr/>
          </p:nvSpPr>
          <p:spPr>
            <a:xfrm>
              <a:off x="7315200" y="4114800"/>
              <a:ext cx="5736590" cy="1740535"/>
            </a:xfrm>
            <a:custGeom>
              <a:avLst/>
              <a:gdLst/>
              <a:ahLst/>
              <a:cxnLst/>
              <a:rect l="l" t="t" r="r" b="b"/>
              <a:pathLst>
                <a:path w="5736590" h="1740535">
                  <a:moveTo>
                    <a:pt x="5736336" y="0"/>
                  </a:moveTo>
                  <a:lnTo>
                    <a:pt x="0" y="0"/>
                  </a:lnTo>
                  <a:lnTo>
                    <a:pt x="0" y="1740408"/>
                  </a:lnTo>
                  <a:lnTo>
                    <a:pt x="5736336" y="1740408"/>
                  </a:lnTo>
                  <a:lnTo>
                    <a:pt x="5736336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15200" y="4114799"/>
              <a:ext cx="5736590" cy="1740535"/>
            </a:xfrm>
            <a:custGeom>
              <a:avLst/>
              <a:gdLst/>
              <a:ahLst/>
              <a:cxnLst/>
              <a:rect l="l" t="t" r="r" b="b"/>
              <a:pathLst>
                <a:path w="5736590" h="1740535">
                  <a:moveTo>
                    <a:pt x="5736336" y="4826"/>
                  </a:moveTo>
                  <a:lnTo>
                    <a:pt x="5731510" y="0"/>
                  </a:lnTo>
                  <a:lnTo>
                    <a:pt x="16510" y="0"/>
                  </a:lnTo>
                  <a:lnTo>
                    <a:pt x="4826" y="0"/>
                  </a:lnTo>
                  <a:lnTo>
                    <a:pt x="0" y="4826"/>
                  </a:lnTo>
                  <a:lnTo>
                    <a:pt x="0" y="10668"/>
                  </a:lnTo>
                  <a:lnTo>
                    <a:pt x="0" y="16510"/>
                  </a:lnTo>
                  <a:lnTo>
                    <a:pt x="0" y="1735582"/>
                  </a:lnTo>
                  <a:lnTo>
                    <a:pt x="4826" y="1740408"/>
                  </a:lnTo>
                  <a:lnTo>
                    <a:pt x="16510" y="1740408"/>
                  </a:lnTo>
                  <a:lnTo>
                    <a:pt x="21336" y="1735582"/>
                  </a:lnTo>
                  <a:lnTo>
                    <a:pt x="21336" y="21336"/>
                  </a:lnTo>
                  <a:lnTo>
                    <a:pt x="5731510" y="21336"/>
                  </a:lnTo>
                  <a:lnTo>
                    <a:pt x="5736336" y="16510"/>
                  </a:lnTo>
                  <a:lnTo>
                    <a:pt x="5736336" y="4826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758810" y="4172556"/>
            <a:ext cx="2439670" cy="1185545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2050">
                <a:solidFill>
                  <a:srgbClr val="67524F"/>
                </a:solidFill>
                <a:latin typeface="Tahoma"/>
                <a:cs typeface="Tahoma"/>
              </a:rPr>
              <a:t>Backend</a:t>
            </a:r>
            <a:r>
              <a:rPr dirty="0" sz="2050" spc="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180">
                <a:solidFill>
                  <a:srgbClr val="67524F"/>
                </a:solidFill>
                <a:latin typeface="Tahoma"/>
                <a:cs typeface="Tahoma"/>
              </a:rPr>
              <a:t>&amp;</a:t>
            </a: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 Database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400" spc="95">
                <a:solidFill>
                  <a:srgbClr val="444444"/>
                </a:solidFill>
                <a:latin typeface="Tahoma"/>
                <a:cs typeface="Tahoma"/>
              </a:rPr>
              <a:t>SQLite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400" spc="105">
                <a:solidFill>
                  <a:srgbClr val="444444"/>
                </a:solidFill>
                <a:latin typeface="Tahoma"/>
                <a:cs typeface="Tahoma"/>
              </a:rPr>
              <a:t>ReportLab</a:t>
            </a:r>
            <a:r>
              <a:rPr dirty="0" sz="1400" spc="-5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400" spc="190">
                <a:solidFill>
                  <a:srgbClr val="444444"/>
                </a:solidFill>
                <a:latin typeface="Tahoma"/>
                <a:cs typeface="Tahoma"/>
              </a:rPr>
              <a:t>PDF</a:t>
            </a:r>
            <a:r>
              <a:rPr dirty="0" sz="1400" spc="-55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400" spc="120">
                <a:solidFill>
                  <a:srgbClr val="444444"/>
                </a:solidFill>
                <a:latin typeface="Tahoma"/>
                <a:cs typeface="Tahoma"/>
              </a:rPr>
              <a:t>Engine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78863" y="4748657"/>
            <a:ext cx="5977255" cy="2844165"/>
            <a:chOff x="1578863" y="4748657"/>
            <a:chExt cx="5977255" cy="2844165"/>
          </a:xfrm>
        </p:grpSpPr>
        <p:sp>
          <p:nvSpPr>
            <p:cNvPr id="26" name="object 26" descr=""/>
            <p:cNvSpPr/>
            <p:nvPr/>
          </p:nvSpPr>
          <p:spPr>
            <a:xfrm>
              <a:off x="7088123" y="4759452"/>
              <a:ext cx="457200" cy="454659"/>
            </a:xfrm>
            <a:custGeom>
              <a:avLst/>
              <a:gdLst/>
              <a:ahLst/>
              <a:cxnLst/>
              <a:rect l="l" t="t" r="r" b="b"/>
              <a:pathLst>
                <a:path w="457200" h="454660">
                  <a:moveTo>
                    <a:pt x="380873" y="0"/>
                  </a:moveTo>
                  <a:lnTo>
                    <a:pt x="76326" y="0"/>
                  </a:lnTo>
                  <a:lnTo>
                    <a:pt x="46612" y="5996"/>
                  </a:lnTo>
                  <a:lnTo>
                    <a:pt x="22351" y="22352"/>
                  </a:lnTo>
                  <a:lnTo>
                    <a:pt x="5996" y="46612"/>
                  </a:lnTo>
                  <a:lnTo>
                    <a:pt x="0" y="76326"/>
                  </a:lnTo>
                  <a:lnTo>
                    <a:pt x="0" y="377825"/>
                  </a:lnTo>
                  <a:lnTo>
                    <a:pt x="5996" y="407539"/>
                  </a:lnTo>
                  <a:lnTo>
                    <a:pt x="22351" y="431800"/>
                  </a:lnTo>
                  <a:lnTo>
                    <a:pt x="46612" y="448155"/>
                  </a:lnTo>
                  <a:lnTo>
                    <a:pt x="76326" y="454152"/>
                  </a:lnTo>
                  <a:lnTo>
                    <a:pt x="380873" y="454152"/>
                  </a:lnTo>
                  <a:lnTo>
                    <a:pt x="410587" y="448155"/>
                  </a:lnTo>
                  <a:lnTo>
                    <a:pt x="434848" y="431800"/>
                  </a:lnTo>
                  <a:lnTo>
                    <a:pt x="451203" y="407539"/>
                  </a:lnTo>
                  <a:lnTo>
                    <a:pt x="457200" y="377825"/>
                  </a:lnTo>
                  <a:lnTo>
                    <a:pt x="457200" y="76326"/>
                  </a:lnTo>
                  <a:lnTo>
                    <a:pt x="451203" y="46612"/>
                  </a:lnTo>
                  <a:lnTo>
                    <a:pt x="434848" y="22351"/>
                  </a:lnTo>
                  <a:lnTo>
                    <a:pt x="410587" y="5996"/>
                  </a:lnTo>
                  <a:lnTo>
                    <a:pt x="380873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088123" y="4759452"/>
              <a:ext cx="457200" cy="454659"/>
            </a:xfrm>
            <a:custGeom>
              <a:avLst/>
              <a:gdLst/>
              <a:ahLst/>
              <a:cxnLst/>
              <a:rect l="l" t="t" r="r" b="b"/>
              <a:pathLst>
                <a:path w="457200" h="454660">
                  <a:moveTo>
                    <a:pt x="0" y="76326"/>
                  </a:moveTo>
                  <a:lnTo>
                    <a:pt x="5996" y="46612"/>
                  </a:lnTo>
                  <a:lnTo>
                    <a:pt x="22351" y="22352"/>
                  </a:lnTo>
                  <a:lnTo>
                    <a:pt x="46612" y="5996"/>
                  </a:lnTo>
                  <a:lnTo>
                    <a:pt x="76326" y="0"/>
                  </a:lnTo>
                  <a:lnTo>
                    <a:pt x="380873" y="0"/>
                  </a:lnTo>
                  <a:lnTo>
                    <a:pt x="410587" y="5996"/>
                  </a:lnTo>
                  <a:lnTo>
                    <a:pt x="434848" y="22351"/>
                  </a:lnTo>
                  <a:lnTo>
                    <a:pt x="451203" y="46612"/>
                  </a:lnTo>
                  <a:lnTo>
                    <a:pt x="457200" y="76326"/>
                  </a:lnTo>
                  <a:lnTo>
                    <a:pt x="457200" y="377825"/>
                  </a:lnTo>
                  <a:lnTo>
                    <a:pt x="451203" y="407539"/>
                  </a:lnTo>
                  <a:lnTo>
                    <a:pt x="434848" y="431800"/>
                  </a:lnTo>
                  <a:lnTo>
                    <a:pt x="410587" y="448155"/>
                  </a:lnTo>
                  <a:lnTo>
                    <a:pt x="380873" y="454152"/>
                  </a:lnTo>
                  <a:lnTo>
                    <a:pt x="76326" y="454152"/>
                  </a:lnTo>
                  <a:lnTo>
                    <a:pt x="46612" y="448155"/>
                  </a:lnTo>
                  <a:lnTo>
                    <a:pt x="22351" y="431800"/>
                  </a:lnTo>
                  <a:lnTo>
                    <a:pt x="5996" y="407539"/>
                  </a:lnTo>
                  <a:lnTo>
                    <a:pt x="0" y="377825"/>
                  </a:lnTo>
                  <a:lnTo>
                    <a:pt x="0" y="76326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2423" y="4870704"/>
              <a:ext cx="225551" cy="225552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578863" y="5855208"/>
              <a:ext cx="5736590" cy="1737360"/>
            </a:xfrm>
            <a:custGeom>
              <a:avLst/>
              <a:gdLst/>
              <a:ahLst/>
              <a:cxnLst/>
              <a:rect l="l" t="t" r="r" b="b"/>
              <a:pathLst>
                <a:path w="5736590" h="1737359">
                  <a:moveTo>
                    <a:pt x="5736336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5736336" y="1737360"/>
                  </a:lnTo>
                  <a:lnTo>
                    <a:pt x="5736336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78863" y="5855208"/>
              <a:ext cx="5736590" cy="21590"/>
            </a:xfrm>
            <a:custGeom>
              <a:avLst/>
              <a:gdLst/>
              <a:ahLst/>
              <a:cxnLst/>
              <a:rect l="l" t="t" r="r" b="b"/>
              <a:pathLst>
                <a:path w="5736590" h="21589">
                  <a:moveTo>
                    <a:pt x="5731510" y="0"/>
                  </a:moveTo>
                  <a:lnTo>
                    <a:pt x="4826" y="0"/>
                  </a:lnTo>
                  <a:lnTo>
                    <a:pt x="0" y="4826"/>
                  </a:lnTo>
                  <a:lnTo>
                    <a:pt x="0" y="10668"/>
                  </a:lnTo>
                  <a:lnTo>
                    <a:pt x="0" y="16510"/>
                  </a:lnTo>
                  <a:lnTo>
                    <a:pt x="4826" y="21336"/>
                  </a:lnTo>
                  <a:lnTo>
                    <a:pt x="5731510" y="21336"/>
                  </a:lnTo>
                  <a:lnTo>
                    <a:pt x="5736336" y="16510"/>
                  </a:lnTo>
                  <a:lnTo>
                    <a:pt x="5736336" y="4826"/>
                  </a:lnTo>
                  <a:lnTo>
                    <a:pt x="5731510" y="0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748408" y="6068059"/>
            <a:ext cx="2162175" cy="102361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7524F"/>
                </a:solidFill>
                <a:latin typeface="Tahoma"/>
                <a:cs typeface="Tahoma"/>
              </a:rPr>
              <a:t>Security</a:t>
            </a:r>
            <a:r>
              <a:rPr dirty="0" sz="2050" spc="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180">
                <a:solidFill>
                  <a:srgbClr val="67524F"/>
                </a:solidFill>
                <a:latin typeface="Tahoma"/>
                <a:cs typeface="Tahoma"/>
              </a:rPr>
              <a:t>&amp;</a:t>
            </a:r>
            <a:r>
              <a:rPr dirty="0" sz="2050" spc="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Testing</a:t>
            </a:r>
            <a:endParaRPr sz="2050">
              <a:latin typeface="Tahoma"/>
              <a:cs typeface="Tahoma"/>
            </a:endParaRPr>
          </a:p>
          <a:p>
            <a:pPr marL="12700" marR="1524000">
              <a:lnSpc>
                <a:spcPts val="2720"/>
              </a:lnSpc>
              <a:spcBef>
                <a:spcPts val="65"/>
              </a:spcBef>
            </a:pPr>
            <a:r>
              <a:rPr dirty="0" sz="1400" spc="65">
                <a:solidFill>
                  <a:srgbClr val="444444"/>
                </a:solidFill>
                <a:latin typeface="Tahoma"/>
                <a:cs typeface="Tahoma"/>
              </a:rPr>
              <a:t>PyTest </a:t>
            </a:r>
            <a:r>
              <a:rPr dirty="0" sz="1400" spc="110">
                <a:solidFill>
                  <a:srgbClr val="444444"/>
                </a:solidFill>
                <a:latin typeface="Tahoma"/>
                <a:cs typeface="Tahoma"/>
              </a:rPr>
              <a:t>BCrypt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315200" y="5855208"/>
            <a:ext cx="5736590" cy="1737360"/>
            <a:chOff x="7315200" y="5855208"/>
            <a:chExt cx="5736590" cy="1737360"/>
          </a:xfrm>
        </p:grpSpPr>
        <p:sp>
          <p:nvSpPr>
            <p:cNvPr id="33" name="object 33" descr=""/>
            <p:cNvSpPr/>
            <p:nvPr/>
          </p:nvSpPr>
          <p:spPr>
            <a:xfrm>
              <a:off x="7315200" y="5855208"/>
              <a:ext cx="5736590" cy="1737360"/>
            </a:xfrm>
            <a:custGeom>
              <a:avLst/>
              <a:gdLst/>
              <a:ahLst/>
              <a:cxnLst/>
              <a:rect l="l" t="t" r="r" b="b"/>
              <a:pathLst>
                <a:path w="5736590" h="1737359">
                  <a:moveTo>
                    <a:pt x="5736336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5736336" y="1737360"/>
                  </a:lnTo>
                  <a:lnTo>
                    <a:pt x="5736336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315200" y="5855207"/>
              <a:ext cx="5736590" cy="1737360"/>
            </a:xfrm>
            <a:custGeom>
              <a:avLst/>
              <a:gdLst/>
              <a:ahLst/>
              <a:cxnLst/>
              <a:rect l="l" t="t" r="r" b="b"/>
              <a:pathLst>
                <a:path w="5736590" h="1737359">
                  <a:moveTo>
                    <a:pt x="5736336" y="4826"/>
                  </a:moveTo>
                  <a:lnTo>
                    <a:pt x="5731510" y="0"/>
                  </a:lnTo>
                  <a:lnTo>
                    <a:pt x="16510" y="0"/>
                  </a:lnTo>
                  <a:lnTo>
                    <a:pt x="4826" y="0"/>
                  </a:lnTo>
                  <a:lnTo>
                    <a:pt x="0" y="4826"/>
                  </a:lnTo>
                  <a:lnTo>
                    <a:pt x="0" y="10668"/>
                  </a:lnTo>
                  <a:lnTo>
                    <a:pt x="0" y="16510"/>
                  </a:lnTo>
                  <a:lnTo>
                    <a:pt x="0" y="1732597"/>
                  </a:lnTo>
                  <a:lnTo>
                    <a:pt x="4826" y="1737360"/>
                  </a:lnTo>
                  <a:lnTo>
                    <a:pt x="16510" y="1737360"/>
                  </a:lnTo>
                  <a:lnTo>
                    <a:pt x="21336" y="1732597"/>
                  </a:lnTo>
                  <a:lnTo>
                    <a:pt x="21336" y="21336"/>
                  </a:lnTo>
                  <a:lnTo>
                    <a:pt x="5731510" y="21336"/>
                  </a:lnTo>
                  <a:lnTo>
                    <a:pt x="5736336" y="16510"/>
                  </a:lnTo>
                  <a:lnTo>
                    <a:pt x="5736336" y="4826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758810" y="6068059"/>
            <a:ext cx="927735" cy="1368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0">
                <a:solidFill>
                  <a:srgbClr val="67524F"/>
                </a:solidFill>
                <a:latin typeface="Tahoma"/>
                <a:cs typeface="Tahoma"/>
              </a:rPr>
              <a:t>DevOps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400" spc="70">
                <a:solidFill>
                  <a:srgbClr val="444444"/>
                </a:solidFill>
                <a:latin typeface="Tahoma"/>
                <a:cs typeface="Tahoma"/>
              </a:rPr>
              <a:t>Git</a:t>
            </a:r>
            <a:endParaRPr sz="1400">
              <a:latin typeface="Tahoma"/>
              <a:cs typeface="Tahoma"/>
            </a:endParaRPr>
          </a:p>
          <a:p>
            <a:pPr marL="12700" marR="163195">
              <a:lnSpc>
                <a:spcPct val="161900"/>
              </a:lnSpc>
            </a:pPr>
            <a:r>
              <a:rPr dirty="0" sz="1400" spc="114">
                <a:solidFill>
                  <a:srgbClr val="444444"/>
                </a:solidFill>
                <a:latin typeface="Tahoma"/>
                <a:cs typeface="Tahoma"/>
              </a:rPr>
              <a:t>GitHub </a:t>
            </a:r>
            <a:r>
              <a:rPr dirty="0" sz="1400" spc="95">
                <a:solidFill>
                  <a:srgbClr val="444444"/>
                </a:solidFill>
                <a:latin typeface="Tahoma"/>
                <a:cs typeface="Tahoma"/>
              </a:rPr>
              <a:t>VS</a:t>
            </a:r>
            <a:r>
              <a:rPr dirty="0" sz="1400" spc="-45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444444"/>
                </a:solidFill>
                <a:latin typeface="Tahoma"/>
                <a:cs typeface="Tahoma"/>
              </a:rPr>
              <a:t>Code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077456" y="6486144"/>
            <a:ext cx="7559040" cy="1737360"/>
            <a:chOff x="7077456" y="6486144"/>
            <a:chExt cx="7559040" cy="1737360"/>
          </a:xfrm>
        </p:grpSpPr>
        <p:sp>
          <p:nvSpPr>
            <p:cNvPr id="37" name="object 37" descr=""/>
            <p:cNvSpPr/>
            <p:nvPr/>
          </p:nvSpPr>
          <p:spPr>
            <a:xfrm>
              <a:off x="7088124" y="64968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365" y="0"/>
                  </a:moveTo>
                  <a:lnTo>
                    <a:pt x="76834" y="0"/>
                  </a:lnTo>
                  <a:lnTo>
                    <a:pt x="46934" y="6040"/>
                  </a:lnTo>
                  <a:lnTo>
                    <a:pt x="22510" y="22510"/>
                  </a:lnTo>
                  <a:lnTo>
                    <a:pt x="6040" y="46934"/>
                  </a:lnTo>
                  <a:lnTo>
                    <a:pt x="0" y="76835"/>
                  </a:lnTo>
                  <a:lnTo>
                    <a:pt x="0" y="380365"/>
                  </a:lnTo>
                  <a:lnTo>
                    <a:pt x="6040" y="410265"/>
                  </a:lnTo>
                  <a:lnTo>
                    <a:pt x="22510" y="434689"/>
                  </a:lnTo>
                  <a:lnTo>
                    <a:pt x="46934" y="451159"/>
                  </a:lnTo>
                  <a:lnTo>
                    <a:pt x="76834" y="457200"/>
                  </a:lnTo>
                  <a:lnTo>
                    <a:pt x="380365" y="457200"/>
                  </a:lnTo>
                  <a:lnTo>
                    <a:pt x="410265" y="451159"/>
                  </a:lnTo>
                  <a:lnTo>
                    <a:pt x="434689" y="434689"/>
                  </a:lnTo>
                  <a:lnTo>
                    <a:pt x="451159" y="410265"/>
                  </a:lnTo>
                  <a:lnTo>
                    <a:pt x="457200" y="380365"/>
                  </a:lnTo>
                  <a:lnTo>
                    <a:pt x="457200" y="76835"/>
                  </a:lnTo>
                  <a:lnTo>
                    <a:pt x="451159" y="46934"/>
                  </a:lnTo>
                  <a:lnTo>
                    <a:pt x="434689" y="22510"/>
                  </a:lnTo>
                  <a:lnTo>
                    <a:pt x="410265" y="6040"/>
                  </a:lnTo>
                  <a:lnTo>
                    <a:pt x="380365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088124" y="64968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76835"/>
                  </a:moveTo>
                  <a:lnTo>
                    <a:pt x="6040" y="46934"/>
                  </a:lnTo>
                  <a:lnTo>
                    <a:pt x="22510" y="22510"/>
                  </a:lnTo>
                  <a:lnTo>
                    <a:pt x="46934" y="6040"/>
                  </a:lnTo>
                  <a:lnTo>
                    <a:pt x="76834" y="0"/>
                  </a:lnTo>
                  <a:lnTo>
                    <a:pt x="380365" y="0"/>
                  </a:lnTo>
                  <a:lnTo>
                    <a:pt x="410265" y="6040"/>
                  </a:lnTo>
                  <a:lnTo>
                    <a:pt x="434689" y="22510"/>
                  </a:lnTo>
                  <a:lnTo>
                    <a:pt x="451159" y="46934"/>
                  </a:lnTo>
                  <a:lnTo>
                    <a:pt x="457200" y="76835"/>
                  </a:lnTo>
                  <a:lnTo>
                    <a:pt x="457200" y="380365"/>
                  </a:lnTo>
                  <a:lnTo>
                    <a:pt x="451159" y="410265"/>
                  </a:lnTo>
                  <a:lnTo>
                    <a:pt x="434689" y="434689"/>
                  </a:lnTo>
                  <a:lnTo>
                    <a:pt x="410265" y="451159"/>
                  </a:lnTo>
                  <a:lnTo>
                    <a:pt x="380365" y="457200"/>
                  </a:lnTo>
                  <a:lnTo>
                    <a:pt x="76834" y="457200"/>
                  </a:lnTo>
                  <a:lnTo>
                    <a:pt x="46934" y="451159"/>
                  </a:lnTo>
                  <a:lnTo>
                    <a:pt x="22510" y="434689"/>
                  </a:lnTo>
                  <a:lnTo>
                    <a:pt x="6040" y="410265"/>
                  </a:lnTo>
                  <a:lnTo>
                    <a:pt x="0" y="380365"/>
                  </a:lnTo>
                  <a:lnTo>
                    <a:pt x="0" y="76835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2424" y="6611112"/>
              <a:ext cx="225551" cy="225552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2691872" y="7546847"/>
              <a:ext cx="1938655" cy="670560"/>
            </a:xfrm>
            <a:custGeom>
              <a:avLst/>
              <a:gdLst/>
              <a:ahLst/>
              <a:cxnLst/>
              <a:rect l="l" t="t" r="r" b="b"/>
              <a:pathLst>
                <a:path w="1938655" h="670559">
                  <a:moveTo>
                    <a:pt x="1842008" y="0"/>
                  </a:moveTo>
                  <a:lnTo>
                    <a:pt x="111759" y="0"/>
                  </a:lnTo>
                  <a:lnTo>
                    <a:pt x="68258" y="8782"/>
                  </a:lnTo>
                  <a:lnTo>
                    <a:pt x="32734" y="32734"/>
                  </a:lnTo>
                  <a:lnTo>
                    <a:pt x="8782" y="68258"/>
                  </a:lnTo>
                  <a:lnTo>
                    <a:pt x="0" y="111759"/>
                  </a:lnTo>
                  <a:lnTo>
                    <a:pt x="0" y="558796"/>
                  </a:lnTo>
                  <a:lnTo>
                    <a:pt x="8782" y="602299"/>
                  </a:lnTo>
                  <a:lnTo>
                    <a:pt x="32734" y="637824"/>
                  </a:lnTo>
                  <a:lnTo>
                    <a:pt x="68258" y="661776"/>
                  </a:lnTo>
                  <a:lnTo>
                    <a:pt x="111759" y="670558"/>
                  </a:lnTo>
                  <a:lnTo>
                    <a:pt x="1842008" y="670558"/>
                  </a:lnTo>
                  <a:lnTo>
                    <a:pt x="1885509" y="661776"/>
                  </a:lnTo>
                  <a:lnTo>
                    <a:pt x="1921033" y="637824"/>
                  </a:lnTo>
                  <a:lnTo>
                    <a:pt x="1938527" y="611876"/>
                  </a:lnTo>
                  <a:lnTo>
                    <a:pt x="1938527" y="58681"/>
                  </a:lnTo>
                  <a:lnTo>
                    <a:pt x="1921033" y="32734"/>
                  </a:lnTo>
                  <a:lnTo>
                    <a:pt x="1885509" y="8782"/>
                  </a:lnTo>
                  <a:lnTo>
                    <a:pt x="18420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2691872" y="7546847"/>
              <a:ext cx="1938655" cy="670560"/>
            </a:xfrm>
            <a:custGeom>
              <a:avLst/>
              <a:gdLst/>
              <a:ahLst/>
              <a:cxnLst/>
              <a:rect l="l" t="t" r="r" b="b"/>
              <a:pathLst>
                <a:path w="1938655" h="670559">
                  <a:moveTo>
                    <a:pt x="1938527" y="611876"/>
                  </a:moveTo>
                  <a:lnTo>
                    <a:pt x="1921033" y="637824"/>
                  </a:lnTo>
                  <a:lnTo>
                    <a:pt x="1885509" y="661776"/>
                  </a:lnTo>
                  <a:lnTo>
                    <a:pt x="1842008" y="670558"/>
                  </a:lnTo>
                  <a:lnTo>
                    <a:pt x="111759" y="670558"/>
                  </a:lnTo>
                  <a:lnTo>
                    <a:pt x="68258" y="661776"/>
                  </a:lnTo>
                  <a:lnTo>
                    <a:pt x="32734" y="637824"/>
                  </a:lnTo>
                  <a:lnTo>
                    <a:pt x="8782" y="602299"/>
                  </a:lnTo>
                  <a:lnTo>
                    <a:pt x="0" y="558796"/>
                  </a:lnTo>
                  <a:lnTo>
                    <a:pt x="0" y="111759"/>
                  </a:lnTo>
                  <a:lnTo>
                    <a:pt x="8782" y="68258"/>
                  </a:lnTo>
                  <a:lnTo>
                    <a:pt x="32734" y="32734"/>
                  </a:lnTo>
                  <a:lnTo>
                    <a:pt x="68258" y="8782"/>
                  </a:lnTo>
                  <a:lnTo>
                    <a:pt x="111759" y="0"/>
                  </a:lnTo>
                  <a:lnTo>
                    <a:pt x="1842008" y="0"/>
                  </a:lnTo>
                  <a:lnTo>
                    <a:pt x="1885509" y="8782"/>
                  </a:lnTo>
                  <a:lnTo>
                    <a:pt x="1921033" y="32734"/>
                  </a:lnTo>
                  <a:lnTo>
                    <a:pt x="1938527" y="58681"/>
                  </a:lnTo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869680" y="0"/>
            <a:ext cx="5767070" cy="8235950"/>
            <a:chOff x="8869680" y="0"/>
            <a:chExt cx="5767070" cy="8235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9680" y="0"/>
              <a:ext cx="5760720" cy="822959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691872" y="7546847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1"/>
                  </a:lnTo>
                  <a:lnTo>
                    <a:pt x="0" y="568957"/>
                  </a:lnTo>
                  <a:lnTo>
                    <a:pt x="8939" y="613250"/>
                  </a:lnTo>
                  <a:lnTo>
                    <a:pt x="33321" y="649421"/>
                  </a:lnTo>
                  <a:lnTo>
                    <a:pt x="69490" y="673808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8"/>
                  </a:lnTo>
                  <a:lnTo>
                    <a:pt x="1905206" y="649421"/>
                  </a:lnTo>
                  <a:lnTo>
                    <a:pt x="1929588" y="613250"/>
                  </a:lnTo>
                  <a:lnTo>
                    <a:pt x="1938527" y="568957"/>
                  </a:lnTo>
                  <a:lnTo>
                    <a:pt x="1938527" y="113791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691872" y="7546847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1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1"/>
                  </a:lnTo>
                  <a:lnTo>
                    <a:pt x="1938527" y="568957"/>
                  </a:lnTo>
                  <a:lnTo>
                    <a:pt x="1929588" y="613250"/>
                  </a:lnTo>
                  <a:lnTo>
                    <a:pt x="1905206" y="649421"/>
                  </a:lnTo>
                  <a:lnTo>
                    <a:pt x="1869037" y="673808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8"/>
                  </a:lnTo>
                  <a:lnTo>
                    <a:pt x="33321" y="649421"/>
                  </a:lnTo>
                  <a:lnTo>
                    <a:pt x="8939" y="613250"/>
                  </a:lnTo>
                  <a:lnTo>
                    <a:pt x="0" y="568957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3300" y="889456"/>
            <a:ext cx="2358390" cy="6292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 spc="95"/>
              <a:t>Outcomes</a:t>
            </a:r>
            <a:endParaRPr sz="3950"/>
          </a:p>
        </p:txBody>
      </p:sp>
      <p:grpSp>
        <p:nvGrpSpPr>
          <p:cNvPr id="7" name="object 7" descr=""/>
          <p:cNvGrpSpPr/>
          <p:nvPr/>
        </p:nvGrpSpPr>
        <p:grpSpPr>
          <a:xfrm>
            <a:off x="609600" y="1731264"/>
            <a:ext cx="7927975" cy="5690870"/>
            <a:chOff x="609600" y="1731264"/>
            <a:chExt cx="7927975" cy="5690870"/>
          </a:xfrm>
        </p:grpSpPr>
        <p:sp>
          <p:nvSpPr>
            <p:cNvPr id="8" name="object 8" descr=""/>
            <p:cNvSpPr/>
            <p:nvPr/>
          </p:nvSpPr>
          <p:spPr>
            <a:xfrm>
              <a:off x="617220" y="1738884"/>
              <a:ext cx="7912734" cy="5675630"/>
            </a:xfrm>
            <a:custGeom>
              <a:avLst/>
              <a:gdLst/>
              <a:ahLst/>
              <a:cxnLst/>
              <a:rect l="l" t="t" r="r" b="b"/>
              <a:pathLst>
                <a:path w="7912734" h="5675630">
                  <a:moveTo>
                    <a:pt x="7838694" y="0"/>
                  </a:moveTo>
                  <a:lnTo>
                    <a:pt x="73952" y="0"/>
                  </a:lnTo>
                  <a:lnTo>
                    <a:pt x="45166" y="5816"/>
                  </a:lnTo>
                  <a:lnTo>
                    <a:pt x="21659" y="21669"/>
                  </a:lnTo>
                  <a:lnTo>
                    <a:pt x="5811" y="45166"/>
                  </a:lnTo>
                  <a:lnTo>
                    <a:pt x="0" y="73913"/>
                  </a:lnTo>
                  <a:lnTo>
                    <a:pt x="0" y="5601423"/>
                  </a:lnTo>
                  <a:lnTo>
                    <a:pt x="5811" y="5630209"/>
                  </a:lnTo>
                  <a:lnTo>
                    <a:pt x="21659" y="5653716"/>
                  </a:lnTo>
                  <a:lnTo>
                    <a:pt x="45166" y="5669564"/>
                  </a:lnTo>
                  <a:lnTo>
                    <a:pt x="73952" y="5675376"/>
                  </a:lnTo>
                  <a:lnTo>
                    <a:pt x="7838694" y="5675376"/>
                  </a:lnTo>
                  <a:lnTo>
                    <a:pt x="7867441" y="5669564"/>
                  </a:lnTo>
                  <a:lnTo>
                    <a:pt x="7890938" y="5653716"/>
                  </a:lnTo>
                  <a:lnTo>
                    <a:pt x="7906791" y="5630209"/>
                  </a:lnTo>
                  <a:lnTo>
                    <a:pt x="7912608" y="5601423"/>
                  </a:lnTo>
                  <a:lnTo>
                    <a:pt x="7912608" y="73913"/>
                  </a:lnTo>
                  <a:lnTo>
                    <a:pt x="7906791" y="45166"/>
                  </a:lnTo>
                  <a:lnTo>
                    <a:pt x="7890938" y="21669"/>
                  </a:lnTo>
                  <a:lnTo>
                    <a:pt x="7867441" y="5816"/>
                  </a:lnTo>
                  <a:lnTo>
                    <a:pt x="7838694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17220" y="1738884"/>
              <a:ext cx="7912734" cy="5675630"/>
            </a:xfrm>
            <a:custGeom>
              <a:avLst/>
              <a:gdLst/>
              <a:ahLst/>
              <a:cxnLst/>
              <a:rect l="l" t="t" r="r" b="b"/>
              <a:pathLst>
                <a:path w="7912734" h="5675630">
                  <a:moveTo>
                    <a:pt x="0" y="73913"/>
                  </a:moveTo>
                  <a:lnTo>
                    <a:pt x="5811" y="45166"/>
                  </a:lnTo>
                  <a:lnTo>
                    <a:pt x="21659" y="21669"/>
                  </a:lnTo>
                  <a:lnTo>
                    <a:pt x="45166" y="5816"/>
                  </a:lnTo>
                  <a:lnTo>
                    <a:pt x="73952" y="0"/>
                  </a:lnTo>
                  <a:lnTo>
                    <a:pt x="7838694" y="0"/>
                  </a:lnTo>
                  <a:lnTo>
                    <a:pt x="7867441" y="5816"/>
                  </a:lnTo>
                  <a:lnTo>
                    <a:pt x="7890938" y="21669"/>
                  </a:lnTo>
                  <a:lnTo>
                    <a:pt x="7906791" y="45166"/>
                  </a:lnTo>
                  <a:lnTo>
                    <a:pt x="7912608" y="73913"/>
                  </a:lnTo>
                  <a:lnTo>
                    <a:pt x="7912608" y="5601423"/>
                  </a:lnTo>
                  <a:lnTo>
                    <a:pt x="7906791" y="5630209"/>
                  </a:lnTo>
                  <a:lnTo>
                    <a:pt x="7890938" y="5653716"/>
                  </a:lnTo>
                  <a:lnTo>
                    <a:pt x="7867441" y="5669564"/>
                  </a:lnTo>
                  <a:lnTo>
                    <a:pt x="7838694" y="5675376"/>
                  </a:lnTo>
                  <a:lnTo>
                    <a:pt x="73952" y="5675376"/>
                  </a:lnTo>
                  <a:lnTo>
                    <a:pt x="45166" y="5669564"/>
                  </a:lnTo>
                  <a:lnTo>
                    <a:pt x="21659" y="5653716"/>
                  </a:lnTo>
                  <a:lnTo>
                    <a:pt x="5811" y="5630209"/>
                  </a:lnTo>
                  <a:lnTo>
                    <a:pt x="0" y="5601423"/>
                  </a:lnTo>
                  <a:lnTo>
                    <a:pt x="0" y="73913"/>
                  </a:lnTo>
                  <a:close/>
                </a:path>
              </a:pathLst>
            </a:custGeom>
            <a:ln w="15240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0935" y="1752600"/>
              <a:ext cx="7882255" cy="1280160"/>
            </a:xfrm>
            <a:custGeom>
              <a:avLst/>
              <a:gdLst/>
              <a:ahLst/>
              <a:cxnLst/>
              <a:rect l="l" t="t" r="r" b="b"/>
              <a:pathLst>
                <a:path w="7882255" h="1280160">
                  <a:moveTo>
                    <a:pt x="7808214" y="0"/>
                  </a:moveTo>
                  <a:lnTo>
                    <a:pt x="73977" y="0"/>
                  </a:lnTo>
                  <a:lnTo>
                    <a:pt x="45182" y="5816"/>
                  </a:lnTo>
                  <a:lnTo>
                    <a:pt x="21667" y="21669"/>
                  </a:lnTo>
                  <a:lnTo>
                    <a:pt x="5813" y="45166"/>
                  </a:lnTo>
                  <a:lnTo>
                    <a:pt x="0" y="73913"/>
                  </a:lnTo>
                  <a:lnTo>
                    <a:pt x="0" y="1206246"/>
                  </a:lnTo>
                  <a:lnTo>
                    <a:pt x="5813" y="1234993"/>
                  </a:lnTo>
                  <a:lnTo>
                    <a:pt x="21667" y="1258490"/>
                  </a:lnTo>
                  <a:lnTo>
                    <a:pt x="45182" y="1274343"/>
                  </a:lnTo>
                  <a:lnTo>
                    <a:pt x="73977" y="1280160"/>
                  </a:lnTo>
                  <a:lnTo>
                    <a:pt x="7808214" y="1280160"/>
                  </a:lnTo>
                  <a:lnTo>
                    <a:pt x="7836961" y="1274343"/>
                  </a:lnTo>
                  <a:lnTo>
                    <a:pt x="7860458" y="1258490"/>
                  </a:lnTo>
                  <a:lnTo>
                    <a:pt x="7876311" y="1234993"/>
                  </a:lnTo>
                  <a:lnTo>
                    <a:pt x="7882128" y="1206246"/>
                  </a:lnTo>
                  <a:lnTo>
                    <a:pt x="7882128" y="73913"/>
                  </a:lnTo>
                  <a:lnTo>
                    <a:pt x="7876311" y="45166"/>
                  </a:lnTo>
                  <a:lnTo>
                    <a:pt x="7860458" y="21669"/>
                  </a:lnTo>
                  <a:lnTo>
                    <a:pt x="7836961" y="5816"/>
                  </a:lnTo>
                  <a:lnTo>
                    <a:pt x="7808214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94715" y="1963673"/>
            <a:ext cx="4740910" cy="6527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solidFill>
                  <a:srgbClr val="67524F"/>
                </a:solidFill>
                <a:latin typeface="Tahoma"/>
                <a:cs typeface="Tahoma"/>
              </a:rPr>
              <a:t>AI-</a:t>
            </a:r>
            <a:r>
              <a:rPr dirty="0" sz="1950">
                <a:solidFill>
                  <a:srgbClr val="67524F"/>
                </a:solidFill>
                <a:latin typeface="Tahoma"/>
                <a:cs typeface="Tahoma"/>
              </a:rPr>
              <a:t>Powered</a:t>
            </a:r>
            <a:r>
              <a:rPr dirty="0" sz="1950" spc="2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950" spc="40">
                <a:solidFill>
                  <a:srgbClr val="67524F"/>
                </a:solidFill>
                <a:latin typeface="Tahoma"/>
                <a:cs typeface="Tahoma"/>
              </a:rPr>
              <a:t>Detection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350" spc="175">
                <a:solidFill>
                  <a:srgbClr val="67524F"/>
                </a:solidFill>
                <a:latin typeface="Tahoma"/>
                <a:cs typeface="Tahoma"/>
              </a:rPr>
              <a:t>CNN</a:t>
            </a:r>
            <a:r>
              <a:rPr dirty="0" sz="13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67524F"/>
                </a:solidFill>
                <a:latin typeface="Tahoma"/>
                <a:cs typeface="Tahoma"/>
              </a:rPr>
              <a:t>classifies</a:t>
            </a:r>
            <a:r>
              <a:rPr dirty="0" sz="13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7524F"/>
                </a:solidFill>
                <a:latin typeface="Tahoma"/>
                <a:cs typeface="Tahoma"/>
              </a:rPr>
              <a:t>3</a:t>
            </a:r>
            <a:r>
              <a:rPr dirty="0" sz="13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67524F"/>
                </a:solidFill>
                <a:latin typeface="Tahoma"/>
                <a:cs typeface="Tahoma"/>
              </a:rPr>
              <a:t>disease</a:t>
            </a:r>
            <a:r>
              <a:rPr dirty="0" sz="135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67524F"/>
                </a:solidFill>
                <a:latin typeface="Tahoma"/>
                <a:cs typeface="Tahoma"/>
              </a:rPr>
              <a:t>classes</a:t>
            </a:r>
            <a:r>
              <a:rPr dirty="0" sz="13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67524F"/>
                </a:solidFill>
                <a:latin typeface="Tahoma"/>
                <a:cs typeface="Tahoma"/>
              </a:rPr>
              <a:t>with</a:t>
            </a:r>
            <a:r>
              <a:rPr dirty="0" sz="13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110">
                <a:solidFill>
                  <a:srgbClr val="67524F"/>
                </a:solidFill>
                <a:latin typeface="Tahoma"/>
                <a:cs typeface="Tahoma"/>
              </a:rPr>
              <a:t>confidence</a:t>
            </a:r>
            <a:r>
              <a:rPr dirty="0" sz="13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67524F"/>
                </a:solidFill>
                <a:latin typeface="Tahoma"/>
                <a:cs typeface="Tahoma"/>
              </a:rPr>
              <a:t>scores.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30936" y="2816225"/>
            <a:ext cx="7882255" cy="1758950"/>
            <a:chOff x="630936" y="2816225"/>
            <a:chExt cx="7882255" cy="1758950"/>
          </a:xfrm>
        </p:grpSpPr>
        <p:sp>
          <p:nvSpPr>
            <p:cNvPr id="13" name="object 13" descr=""/>
            <p:cNvSpPr/>
            <p:nvPr/>
          </p:nvSpPr>
          <p:spPr>
            <a:xfrm>
              <a:off x="630936" y="3032759"/>
              <a:ext cx="7882255" cy="1542415"/>
            </a:xfrm>
            <a:custGeom>
              <a:avLst/>
              <a:gdLst/>
              <a:ahLst/>
              <a:cxnLst/>
              <a:rect l="l" t="t" r="r" b="b"/>
              <a:pathLst>
                <a:path w="7882255" h="1542414">
                  <a:moveTo>
                    <a:pt x="7882128" y="0"/>
                  </a:moveTo>
                  <a:lnTo>
                    <a:pt x="0" y="0"/>
                  </a:lnTo>
                  <a:lnTo>
                    <a:pt x="0" y="1542288"/>
                  </a:lnTo>
                  <a:lnTo>
                    <a:pt x="7882128" y="1542288"/>
                  </a:lnTo>
                  <a:lnTo>
                    <a:pt x="7882128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0936" y="3032759"/>
              <a:ext cx="7882255" cy="24765"/>
            </a:xfrm>
            <a:custGeom>
              <a:avLst/>
              <a:gdLst/>
              <a:ahLst/>
              <a:cxnLst/>
              <a:rect l="l" t="t" r="r" b="b"/>
              <a:pathLst>
                <a:path w="7882255" h="24764">
                  <a:moveTo>
                    <a:pt x="7876667" y="0"/>
                  </a:moveTo>
                  <a:lnTo>
                    <a:pt x="5460" y="0"/>
                  </a:lnTo>
                  <a:lnTo>
                    <a:pt x="0" y="5461"/>
                  </a:lnTo>
                  <a:lnTo>
                    <a:pt x="0" y="12191"/>
                  </a:lnTo>
                  <a:lnTo>
                    <a:pt x="0" y="18923"/>
                  </a:lnTo>
                  <a:lnTo>
                    <a:pt x="5460" y="24384"/>
                  </a:lnTo>
                  <a:lnTo>
                    <a:pt x="7876667" y="24384"/>
                  </a:lnTo>
                  <a:lnTo>
                    <a:pt x="7882128" y="18923"/>
                  </a:lnTo>
                  <a:lnTo>
                    <a:pt x="7882128" y="5461"/>
                  </a:lnTo>
                  <a:lnTo>
                    <a:pt x="7876667" y="0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54068" y="282702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365125" y="0"/>
                  </a:moveTo>
                  <a:lnTo>
                    <a:pt x="73787" y="0"/>
                  </a:lnTo>
                  <a:lnTo>
                    <a:pt x="45059" y="5796"/>
                  </a:lnTo>
                  <a:lnTo>
                    <a:pt x="21605" y="21605"/>
                  </a:lnTo>
                  <a:lnTo>
                    <a:pt x="5796" y="45059"/>
                  </a:lnTo>
                  <a:lnTo>
                    <a:pt x="0" y="73787"/>
                  </a:lnTo>
                  <a:lnTo>
                    <a:pt x="0" y="365125"/>
                  </a:lnTo>
                  <a:lnTo>
                    <a:pt x="5796" y="393852"/>
                  </a:lnTo>
                  <a:lnTo>
                    <a:pt x="21605" y="417306"/>
                  </a:lnTo>
                  <a:lnTo>
                    <a:pt x="45059" y="433115"/>
                  </a:lnTo>
                  <a:lnTo>
                    <a:pt x="73787" y="438912"/>
                  </a:lnTo>
                  <a:lnTo>
                    <a:pt x="365125" y="438912"/>
                  </a:lnTo>
                  <a:lnTo>
                    <a:pt x="393852" y="433115"/>
                  </a:lnTo>
                  <a:lnTo>
                    <a:pt x="417306" y="417306"/>
                  </a:lnTo>
                  <a:lnTo>
                    <a:pt x="433115" y="393852"/>
                  </a:lnTo>
                  <a:lnTo>
                    <a:pt x="438912" y="365125"/>
                  </a:lnTo>
                  <a:lnTo>
                    <a:pt x="438912" y="73787"/>
                  </a:lnTo>
                  <a:lnTo>
                    <a:pt x="433115" y="45059"/>
                  </a:lnTo>
                  <a:lnTo>
                    <a:pt x="417306" y="21605"/>
                  </a:lnTo>
                  <a:lnTo>
                    <a:pt x="393852" y="5796"/>
                  </a:lnTo>
                  <a:lnTo>
                    <a:pt x="365125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354068" y="282702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0" y="73787"/>
                  </a:moveTo>
                  <a:lnTo>
                    <a:pt x="5796" y="45059"/>
                  </a:lnTo>
                  <a:lnTo>
                    <a:pt x="21605" y="21605"/>
                  </a:lnTo>
                  <a:lnTo>
                    <a:pt x="45059" y="5796"/>
                  </a:lnTo>
                  <a:lnTo>
                    <a:pt x="73787" y="0"/>
                  </a:lnTo>
                  <a:lnTo>
                    <a:pt x="365125" y="0"/>
                  </a:lnTo>
                  <a:lnTo>
                    <a:pt x="393852" y="5796"/>
                  </a:lnTo>
                  <a:lnTo>
                    <a:pt x="417306" y="21605"/>
                  </a:lnTo>
                  <a:lnTo>
                    <a:pt x="433115" y="45059"/>
                  </a:lnTo>
                  <a:lnTo>
                    <a:pt x="438912" y="73787"/>
                  </a:lnTo>
                  <a:lnTo>
                    <a:pt x="438912" y="365125"/>
                  </a:lnTo>
                  <a:lnTo>
                    <a:pt x="433115" y="393852"/>
                  </a:lnTo>
                  <a:lnTo>
                    <a:pt x="417306" y="417306"/>
                  </a:lnTo>
                  <a:lnTo>
                    <a:pt x="393852" y="433115"/>
                  </a:lnTo>
                  <a:lnTo>
                    <a:pt x="365125" y="438912"/>
                  </a:lnTo>
                  <a:lnTo>
                    <a:pt x="73787" y="438912"/>
                  </a:lnTo>
                  <a:lnTo>
                    <a:pt x="45059" y="433115"/>
                  </a:lnTo>
                  <a:lnTo>
                    <a:pt x="21605" y="417306"/>
                  </a:lnTo>
                  <a:lnTo>
                    <a:pt x="5796" y="393852"/>
                  </a:lnTo>
                  <a:lnTo>
                    <a:pt x="0" y="365125"/>
                  </a:lnTo>
                  <a:lnTo>
                    <a:pt x="0" y="73787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2271" y="2935223"/>
              <a:ext cx="219455" cy="21945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94715" y="3507104"/>
            <a:ext cx="4534535" cy="6527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90">
                <a:solidFill>
                  <a:srgbClr val="67524F"/>
                </a:solidFill>
                <a:latin typeface="Tahoma"/>
                <a:cs typeface="Tahoma"/>
              </a:rPr>
              <a:t>Web</a:t>
            </a:r>
            <a:r>
              <a:rPr dirty="0" sz="19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67524F"/>
                </a:solidFill>
                <a:latin typeface="Tahoma"/>
                <a:cs typeface="Tahoma"/>
              </a:rPr>
              <a:t>Application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350" spc="80">
                <a:solidFill>
                  <a:srgbClr val="67524F"/>
                </a:solidFill>
                <a:latin typeface="Tahoma"/>
                <a:cs typeface="Tahoma"/>
              </a:rPr>
              <a:t>Streamlit-</a:t>
            </a:r>
            <a:r>
              <a:rPr dirty="0" sz="1350" spc="105">
                <a:solidFill>
                  <a:srgbClr val="67524F"/>
                </a:solidFill>
                <a:latin typeface="Tahoma"/>
                <a:cs typeface="Tahoma"/>
              </a:rPr>
              <a:t>based</a:t>
            </a:r>
            <a:r>
              <a:rPr dirty="0" sz="135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100">
                <a:solidFill>
                  <a:srgbClr val="67524F"/>
                </a:solidFill>
                <a:latin typeface="Tahoma"/>
                <a:cs typeface="Tahoma"/>
              </a:rPr>
              <a:t>platform</a:t>
            </a:r>
            <a:r>
              <a:rPr dirty="0" sz="1350" spc="-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67524F"/>
                </a:solidFill>
                <a:latin typeface="Tahoma"/>
                <a:cs typeface="Tahoma"/>
              </a:rPr>
              <a:t>accessible</a:t>
            </a:r>
            <a:r>
              <a:rPr dirty="0" sz="13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67524F"/>
                </a:solidFill>
                <a:latin typeface="Tahoma"/>
                <a:cs typeface="Tahoma"/>
              </a:rPr>
              <a:t>via</a:t>
            </a:r>
            <a:r>
              <a:rPr dirty="0" sz="135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67524F"/>
                </a:solidFill>
                <a:latin typeface="Tahoma"/>
                <a:cs typeface="Tahoma"/>
              </a:rPr>
              <a:t>any</a:t>
            </a:r>
            <a:r>
              <a:rPr dirty="0" sz="135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67524F"/>
                </a:solidFill>
                <a:latin typeface="Tahoma"/>
                <a:cs typeface="Tahoma"/>
              </a:rPr>
              <a:t>browser.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30936" y="4358513"/>
            <a:ext cx="7882255" cy="1758950"/>
            <a:chOff x="630936" y="4358513"/>
            <a:chExt cx="7882255" cy="1758950"/>
          </a:xfrm>
        </p:grpSpPr>
        <p:sp>
          <p:nvSpPr>
            <p:cNvPr id="20" name="object 20" descr=""/>
            <p:cNvSpPr/>
            <p:nvPr/>
          </p:nvSpPr>
          <p:spPr>
            <a:xfrm>
              <a:off x="630936" y="4575048"/>
              <a:ext cx="7882255" cy="1542415"/>
            </a:xfrm>
            <a:custGeom>
              <a:avLst/>
              <a:gdLst/>
              <a:ahLst/>
              <a:cxnLst/>
              <a:rect l="l" t="t" r="r" b="b"/>
              <a:pathLst>
                <a:path w="7882255" h="1542414">
                  <a:moveTo>
                    <a:pt x="7882128" y="0"/>
                  </a:moveTo>
                  <a:lnTo>
                    <a:pt x="0" y="0"/>
                  </a:lnTo>
                  <a:lnTo>
                    <a:pt x="0" y="1542288"/>
                  </a:lnTo>
                  <a:lnTo>
                    <a:pt x="7882128" y="1542288"/>
                  </a:lnTo>
                  <a:lnTo>
                    <a:pt x="7882128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30936" y="4575048"/>
              <a:ext cx="7882255" cy="24765"/>
            </a:xfrm>
            <a:custGeom>
              <a:avLst/>
              <a:gdLst/>
              <a:ahLst/>
              <a:cxnLst/>
              <a:rect l="l" t="t" r="r" b="b"/>
              <a:pathLst>
                <a:path w="7882255" h="24764">
                  <a:moveTo>
                    <a:pt x="7876667" y="0"/>
                  </a:moveTo>
                  <a:lnTo>
                    <a:pt x="5460" y="0"/>
                  </a:lnTo>
                  <a:lnTo>
                    <a:pt x="0" y="5461"/>
                  </a:lnTo>
                  <a:lnTo>
                    <a:pt x="0" y="12191"/>
                  </a:lnTo>
                  <a:lnTo>
                    <a:pt x="0" y="18923"/>
                  </a:lnTo>
                  <a:lnTo>
                    <a:pt x="5460" y="24384"/>
                  </a:lnTo>
                  <a:lnTo>
                    <a:pt x="7876667" y="24384"/>
                  </a:lnTo>
                  <a:lnTo>
                    <a:pt x="7882128" y="18923"/>
                  </a:lnTo>
                  <a:lnTo>
                    <a:pt x="7882128" y="5461"/>
                  </a:lnTo>
                  <a:lnTo>
                    <a:pt x="7876667" y="0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54068" y="4369308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365125" y="0"/>
                  </a:moveTo>
                  <a:lnTo>
                    <a:pt x="73787" y="0"/>
                  </a:lnTo>
                  <a:lnTo>
                    <a:pt x="45059" y="5796"/>
                  </a:lnTo>
                  <a:lnTo>
                    <a:pt x="21605" y="21605"/>
                  </a:lnTo>
                  <a:lnTo>
                    <a:pt x="5796" y="45059"/>
                  </a:lnTo>
                  <a:lnTo>
                    <a:pt x="0" y="73787"/>
                  </a:lnTo>
                  <a:lnTo>
                    <a:pt x="0" y="365125"/>
                  </a:lnTo>
                  <a:lnTo>
                    <a:pt x="5796" y="393852"/>
                  </a:lnTo>
                  <a:lnTo>
                    <a:pt x="21605" y="417306"/>
                  </a:lnTo>
                  <a:lnTo>
                    <a:pt x="45059" y="433115"/>
                  </a:lnTo>
                  <a:lnTo>
                    <a:pt x="73787" y="438912"/>
                  </a:lnTo>
                  <a:lnTo>
                    <a:pt x="365125" y="438912"/>
                  </a:lnTo>
                  <a:lnTo>
                    <a:pt x="393852" y="433115"/>
                  </a:lnTo>
                  <a:lnTo>
                    <a:pt x="417306" y="417306"/>
                  </a:lnTo>
                  <a:lnTo>
                    <a:pt x="433115" y="393852"/>
                  </a:lnTo>
                  <a:lnTo>
                    <a:pt x="438912" y="365125"/>
                  </a:lnTo>
                  <a:lnTo>
                    <a:pt x="438912" y="73787"/>
                  </a:lnTo>
                  <a:lnTo>
                    <a:pt x="433115" y="45059"/>
                  </a:lnTo>
                  <a:lnTo>
                    <a:pt x="417306" y="21605"/>
                  </a:lnTo>
                  <a:lnTo>
                    <a:pt x="393852" y="5796"/>
                  </a:lnTo>
                  <a:lnTo>
                    <a:pt x="365125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54068" y="4369308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0" y="73787"/>
                  </a:moveTo>
                  <a:lnTo>
                    <a:pt x="5796" y="45059"/>
                  </a:lnTo>
                  <a:lnTo>
                    <a:pt x="21605" y="21605"/>
                  </a:lnTo>
                  <a:lnTo>
                    <a:pt x="45059" y="5796"/>
                  </a:lnTo>
                  <a:lnTo>
                    <a:pt x="73787" y="0"/>
                  </a:lnTo>
                  <a:lnTo>
                    <a:pt x="365125" y="0"/>
                  </a:lnTo>
                  <a:lnTo>
                    <a:pt x="393852" y="5796"/>
                  </a:lnTo>
                  <a:lnTo>
                    <a:pt x="417306" y="21605"/>
                  </a:lnTo>
                  <a:lnTo>
                    <a:pt x="433115" y="45059"/>
                  </a:lnTo>
                  <a:lnTo>
                    <a:pt x="438912" y="73787"/>
                  </a:lnTo>
                  <a:lnTo>
                    <a:pt x="438912" y="365125"/>
                  </a:lnTo>
                  <a:lnTo>
                    <a:pt x="433115" y="393852"/>
                  </a:lnTo>
                  <a:lnTo>
                    <a:pt x="417306" y="417306"/>
                  </a:lnTo>
                  <a:lnTo>
                    <a:pt x="393852" y="433115"/>
                  </a:lnTo>
                  <a:lnTo>
                    <a:pt x="365125" y="438912"/>
                  </a:lnTo>
                  <a:lnTo>
                    <a:pt x="73787" y="438912"/>
                  </a:lnTo>
                  <a:lnTo>
                    <a:pt x="45059" y="433115"/>
                  </a:lnTo>
                  <a:lnTo>
                    <a:pt x="21605" y="417306"/>
                  </a:lnTo>
                  <a:lnTo>
                    <a:pt x="5796" y="393852"/>
                  </a:lnTo>
                  <a:lnTo>
                    <a:pt x="0" y="365125"/>
                  </a:lnTo>
                  <a:lnTo>
                    <a:pt x="0" y="73787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2271" y="4477512"/>
              <a:ext cx="219455" cy="219456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94715" y="5050663"/>
            <a:ext cx="4903470" cy="6527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>
                <a:solidFill>
                  <a:srgbClr val="67524F"/>
                </a:solidFill>
                <a:latin typeface="Tahoma"/>
                <a:cs typeface="Tahoma"/>
              </a:rPr>
              <a:t>PDF</a:t>
            </a:r>
            <a:r>
              <a:rPr dirty="0" sz="1950" spc="-1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67524F"/>
                </a:solidFill>
                <a:latin typeface="Tahoma"/>
                <a:cs typeface="Tahoma"/>
              </a:rPr>
              <a:t>Reports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350" spc="110">
                <a:solidFill>
                  <a:srgbClr val="67524F"/>
                </a:solidFill>
                <a:latin typeface="Tahoma"/>
                <a:cs typeface="Tahoma"/>
              </a:rPr>
              <a:t>Downloadable</a:t>
            </a:r>
            <a:r>
              <a:rPr dirty="0" sz="1350" spc="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67524F"/>
                </a:solidFill>
                <a:latin typeface="Tahoma"/>
                <a:cs typeface="Tahoma"/>
              </a:rPr>
              <a:t>diagnosis</a:t>
            </a:r>
            <a:r>
              <a:rPr dirty="0" sz="135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67524F"/>
                </a:solidFill>
                <a:latin typeface="Tahoma"/>
                <a:cs typeface="Tahoma"/>
              </a:rPr>
              <a:t>reports</a:t>
            </a:r>
            <a:r>
              <a:rPr dirty="0" sz="1350" spc="-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67524F"/>
                </a:solidFill>
                <a:latin typeface="Tahoma"/>
                <a:cs typeface="Tahoma"/>
              </a:rPr>
              <a:t>with</a:t>
            </a:r>
            <a:r>
              <a:rPr dirty="0" sz="13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67524F"/>
                </a:solidFill>
                <a:latin typeface="Tahoma"/>
                <a:cs typeface="Tahoma"/>
              </a:rPr>
              <a:t>recommendations.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30936" y="5900928"/>
            <a:ext cx="7882255" cy="1496695"/>
            <a:chOff x="630936" y="5900928"/>
            <a:chExt cx="7882255" cy="1496695"/>
          </a:xfrm>
        </p:grpSpPr>
        <p:sp>
          <p:nvSpPr>
            <p:cNvPr id="27" name="object 27" descr=""/>
            <p:cNvSpPr/>
            <p:nvPr/>
          </p:nvSpPr>
          <p:spPr>
            <a:xfrm>
              <a:off x="630936" y="6117336"/>
              <a:ext cx="7882255" cy="1280160"/>
            </a:xfrm>
            <a:custGeom>
              <a:avLst/>
              <a:gdLst/>
              <a:ahLst/>
              <a:cxnLst/>
              <a:rect l="l" t="t" r="r" b="b"/>
              <a:pathLst>
                <a:path w="7882255" h="1280159">
                  <a:moveTo>
                    <a:pt x="7882128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7882128" y="1280160"/>
                  </a:lnTo>
                  <a:lnTo>
                    <a:pt x="7882128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30936" y="6117336"/>
              <a:ext cx="7882255" cy="24765"/>
            </a:xfrm>
            <a:custGeom>
              <a:avLst/>
              <a:gdLst/>
              <a:ahLst/>
              <a:cxnLst/>
              <a:rect l="l" t="t" r="r" b="b"/>
              <a:pathLst>
                <a:path w="7882255" h="24764">
                  <a:moveTo>
                    <a:pt x="7876667" y="0"/>
                  </a:moveTo>
                  <a:lnTo>
                    <a:pt x="5460" y="0"/>
                  </a:lnTo>
                  <a:lnTo>
                    <a:pt x="0" y="5461"/>
                  </a:lnTo>
                  <a:lnTo>
                    <a:pt x="0" y="12191"/>
                  </a:lnTo>
                  <a:lnTo>
                    <a:pt x="0" y="18922"/>
                  </a:lnTo>
                  <a:lnTo>
                    <a:pt x="5460" y="24383"/>
                  </a:lnTo>
                  <a:lnTo>
                    <a:pt x="7876667" y="24383"/>
                  </a:lnTo>
                  <a:lnTo>
                    <a:pt x="7882128" y="18922"/>
                  </a:lnTo>
                  <a:lnTo>
                    <a:pt x="7882128" y="5461"/>
                  </a:lnTo>
                  <a:lnTo>
                    <a:pt x="7876667" y="0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54068" y="591159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365125" y="0"/>
                  </a:moveTo>
                  <a:lnTo>
                    <a:pt x="73787" y="0"/>
                  </a:lnTo>
                  <a:lnTo>
                    <a:pt x="45059" y="5796"/>
                  </a:lnTo>
                  <a:lnTo>
                    <a:pt x="21605" y="21605"/>
                  </a:lnTo>
                  <a:lnTo>
                    <a:pt x="5796" y="45059"/>
                  </a:lnTo>
                  <a:lnTo>
                    <a:pt x="0" y="73786"/>
                  </a:lnTo>
                  <a:lnTo>
                    <a:pt x="0" y="365124"/>
                  </a:lnTo>
                  <a:lnTo>
                    <a:pt x="5796" y="393852"/>
                  </a:lnTo>
                  <a:lnTo>
                    <a:pt x="21605" y="417306"/>
                  </a:lnTo>
                  <a:lnTo>
                    <a:pt x="45059" y="433115"/>
                  </a:lnTo>
                  <a:lnTo>
                    <a:pt x="73787" y="438911"/>
                  </a:lnTo>
                  <a:lnTo>
                    <a:pt x="365125" y="438911"/>
                  </a:lnTo>
                  <a:lnTo>
                    <a:pt x="393852" y="433115"/>
                  </a:lnTo>
                  <a:lnTo>
                    <a:pt x="417306" y="417306"/>
                  </a:lnTo>
                  <a:lnTo>
                    <a:pt x="433115" y="393852"/>
                  </a:lnTo>
                  <a:lnTo>
                    <a:pt x="438912" y="365124"/>
                  </a:lnTo>
                  <a:lnTo>
                    <a:pt x="438912" y="73786"/>
                  </a:lnTo>
                  <a:lnTo>
                    <a:pt x="433115" y="45059"/>
                  </a:lnTo>
                  <a:lnTo>
                    <a:pt x="417306" y="21605"/>
                  </a:lnTo>
                  <a:lnTo>
                    <a:pt x="393852" y="5796"/>
                  </a:lnTo>
                  <a:lnTo>
                    <a:pt x="365125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354068" y="591159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0" y="73786"/>
                  </a:moveTo>
                  <a:lnTo>
                    <a:pt x="5796" y="45059"/>
                  </a:lnTo>
                  <a:lnTo>
                    <a:pt x="21605" y="21605"/>
                  </a:lnTo>
                  <a:lnTo>
                    <a:pt x="45059" y="5796"/>
                  </a:lnTo>
                  <a:lnTo>
                    <a:pt x="73787" y="0"/>
                  </a:lnTo>
                  <a:lnTo>
                    <a:pt x="365125" y="0"/>
                  </a:lnTo>
                  <a:lnTo>
                    <a:pt x="393852" y="5796"/>
                  </a:lnTo>
                  <a:lnTo>
                    <a:pt x="417306" y="21605"/>
                  </a:lnTo>
                  <a:lnTo>
                    <a:pt x="433115" y="45059"/>
                  </a:lnTo>
                  <a:lnTo>
                    <a:pt x="438912" y="73786"/>
                  </a:lnTo>
                  <a:lnTo>
                    <a:pt x="438912" y="365124"/>
                  </a:lnTo>
                  <a:lnTo>
                    <a:pt x="433115" y="393852"/>
                  </a:lnTo>
                  <a:lnTo>
                    <a:pt x="417306" y="417306"/>
                  </a:lnTo>
                  <a:lnTo>
                    <a:pt x="393852" y="433115"/>
                  </a:lnTo>
                  <a:lnTo>
                    <a:pt x="365125" y="438911"/>
                  </a:lnTo>
                  <a:lnTo>
                    <a:pt x="73787" y="438911"/>
                  </a:lnTo>
                  <a:lnTo>
                    <a:pt x="45059" y="433115"/>
                  </a:lnTo>
                  <a:lnTo>
                    <a:pt x="21605" y="417306"/>
                  </a:lnTo>
                  <a:lnTo>
                    <a:pt x="5796" y="393852"/>
                  </a:lnTo>
                  <a:lnTo>
                    <a:pt x="0" y="365124"/>
                  </a:lnTo>
                  <a:lnTo>
                    <a:pt x="0" y="73786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2271" y="6019800"/>
              <a:ext cx="219455" cy="219456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794715" y="6594094"/>
            <a:ext cx="3994150" cy="6527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>
                <a:solidFill>
                  <a:srgbClr val="67524F"/>
                </a:solidFill>
                <a:latin typeface="Tahoma"/>
                <a:cs typeface="Tahoma"/>
              </a:rPr>
              <a:t>Secure</a:t>
            </a:r>
            <a:r>
              <a:rPr dirty="0" sz="19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67524F"/>
                </a:solidFill>
                <a:latin typeface="Tahoma"/>
                <a:cs typeface="Tahoma"/>
              </a:rPr>
              <a:t>Authentication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350" spc="100">
                <a:solidFill>
                  <a:srgbClr val="67524F"/>
                </a:solidFill>
                <a:latin typeface="Tahoma"/>
                <a:cs typeface="Tahoma"/>
              </a:rPr>
              <a:t>bcrypt</a:t>
            </a:r>
            <a:r>
              <a:rPr dirty="0" sz="13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-120">
                <a:solidFill>
                  <a:srgbClr val="67524F"/>
                </a:solidFill>
                <a:latin typeface="Tahoma"/>
                <a:cs typeface="Tahoma"/>
              </a:rPr>
              <a:t>(12</a:t>
            </a:r>
            <a:r>
              <a:rPr dirty="0" sz="135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67524F"/>
                </a:solidFill>
                <a:latin typeface="Tahoma"/>
                <a:cs typeface="Tahoma"/>
              </a:rPr>
              <a:t>rounds)</a:t>
            </a:r>
            <a:r>
              <a:rPr dirty="0" sz="13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-225">
                <a:solidFill>
                  <a:srgbClr val="67524F"/>
                </a:solidFill>
                <a:latin typeface="Tahoma"/>
                <a:cs typeface="Tahoma"/>
              </a:rPr>
              <a:t>+</a:t>
            </a:r>
            <a:r>
              <a:rPr dirty="0" sz="135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67524F"/>
                </a:solidFill>
                <a:latin typeface="Tahoma"/>
                <a:cs typeface="Tahoma"/>
              </a:rPr>
              <a:t>SQLite</a:t>
            </a:r>
            <a:r>
              <a:rPr dirty="0" sz="135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67524F"/>
                </a:solidFill>
                <a:latin typeface="Tahoma"/>
                <a:cs typeface="Tahoma"/>
              </a:rPr>
              <a:t>user</a:t>
            </a:r>
            <a:r>
              <a:rPr dirty="0" sz="135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350" spc="110">
                <a:solidFill>
                  <a:srgbClr val="67524F"/>
                </a:solidFill>
                <a:latin typeface="Tahoma"/>
                <a:cs typeface="Tahoma"/>
              </a:rPr>
              <a:t>management.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6072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21070" y="1535125"/>
            <a:ext cx="6860540" cy="5600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/>
              <a:t>Future</a:t>
            </a:r>
            <a:r>
              <a:rPr dirty="0" sz="3500" spc="-10"/>
              <a:t> </a:t>
            </a:r>
            <a:r>
              <a:rPr dirty="0" sz="3500" spc="-20"/>
              <a:t>Scope:</a:t>
            </a:r>
            <a:r>
              <a:rPr dirty="0" sz="3500" spc="30"/>
              <a:t> </a:t>
            </a:r>
            <a:r>
              <a:rPr dirty="0" sz="3500"/>
              <a:t>Expanding</a:t>
            </a:r>
            <a:r>
              <a:rPr dirty="0" sz="3500" spc="50"/>
              <a:t> </a:t>
            </a:r>
            <a:r>
              <a:rPr dirty="0" sz="3500" spc="45"/>
              <a:t>Horizons</a:t>
            </a:r>
            <a:endParaRPr sz="3500"/>
          </a:p>
        </p:txBody>
      </p:sp>
      <p:grpSp>
        <p:nvGrpSpPr>
          <p:cNvPr id="4" name="object 4" descr=""/>
          <p:cNvGrpSpPr/>
          <p:nvPr/>
        </p:nvGrpSpPr>
        <p:grpSpPr>
          <a:xfrm>
            <a:off x="6010655" y="2859023"/>
            <a:ext cx="3980815" cy="1685925"/>
            <a:chOff x="6010655" y="2859023"/>
            <a:chExt cx="3980815" cy="1685925"/>
          </a:xfrm>
        </p:grpSpPr>
        <p:sp>
          <p:nvSpPr>
            <p:cNvPr id="5" name="object 5" descr=""/>
            <p:cNvSpPr/>
            <p:nvPr/>
          </p:nvSpPr>
          <p:spPr>
            <a:xfrm>
              <a:off x="6033515" y="2869691"/>
              <a:ext cx="3947160" cy="1664335"/>
            </a:xfrm>
            <a:custGeom>
              <a:avLst/>
              <a:gdLst/>
              <a:ahLst/>
              <a:cxnLst/>
              <a:rect l="l" t="t" r="r" b="b"/>
              <a:pathLst>
                <a:path w="3947159" h="1664335">
                  <a:moveTo>
                    <a:pt x="383743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1554480"/>
                  </a:lnTo>
                  <a:lnTo>
                    <a:pt x="8626" y="1597181"/>
                  </a:lnTo>
                  <a:lnTo>
                    <a:pt x="32146" y="1632061"/>
                  </a:lnTo>
                  <a:lnTo>
                    <a:pt x="67026" y="1655581"/>
                  </a:lnTo>
                  <a:lnTo>
                    <a:pt x="109728" y="1664208"/>
                  </a:lnTo>
                  <a:lnTo>
                    <a:pt x="3837432" y="1664208"/>
                  </a:lnTo>
                  <a:lnTo>
                    <a:pt x="3880133" y="1655581"/>
                  </a:lnTo>
                  <a:lnTo>
                    <a:pt x="3915013" y="1632061"/>
                  </a:lnTo>
                  <a:lnTo>
                    <a:pt x="3938533" y="1597181"/>
                  </a:lnTo>
                  <a:lnTo>
                    <a:pt x="3947160" y="1554480"/>
                  </a:lnTo>
                  <a:lnTo>
                    <a:pt x="3947160" y="109728"/>
                  </a:lnTo>
                  <a:lnTo>
                    <a:pt x="3938533" y="67026"/>
                  </a:lnTo>
                  <a:lnTo>
                    <a:pt x="3915013" y="32146"/>
                  </a:lnTo>
                  <a:lnTo>
                    <a:pt x="3880133" y="8626"/>
                  </a:lnTo>
                  <a:lnTo>
                    <a:pt x="3837432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33515" y="2869691"/>
              <a:ext cx="3947160" cy="1664335"/>
            </a:xfrm>
            <a:custGeom>
              <a:avLst/>
              <a:gdLst/>
              <a:ahLst/>
              <a:cxnLst/>
              <a:rect l="l" t="t" r="r" b="b"/>
              <a:pathLst>
                <a:path w="3947159" h="166433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3837432" y="0"/>
                  </a:lnTo>
                  <a:lnTo>
                    <a:pt x="3880133" y="8626"/>
                  </a:lnTo>
                  <a:lnTo>
                    <a:pt x="3915013" y="32146"/>
                  </a:lnTo>
                  <a:lnTo>
                    <a:pt x="3938533" y="67026"/>
                  </a:lnTo>
                  <a:lnTo>
                    <a:pt x="3947160" y="109728"/>
                  </a:lnTo>
                  <a:lnTo>
                    <a:pt x="3947160" y="1554480"/>
                  </a:lnTo>
                  <a:lnTo>
                    <a:pt x="3938533" y="1597181"/>
                  </a:lnTo>
                  <a:lnTo>
                    <a:pt x="3915013" y="1632061"/>
                  </a:lnTo>
                  <a:lnTo>
                    <a:pt x="3880133" y="1655581"/>
                  </a:lnTo>
                  <a:lnTo>
                    <a:pt x="3837432" y="1664208"/>
                  </a:lnTo>
                  <a:lnTo>
                    <a:pt x="109728" y="1664208"/>
                  </a:lnTo>
                  <a:lnTo>
                    <a:pt x="67026" y="1655581"/>
                  </a:lnTo>
                  <a:lnTo>
                    <a:pt x="32146" y="1632061"/>
                  </a:lnTo>
                  <a:lnTo>
                    <a:pt x="8626" y="1597181"/>
                  </a:lnTo>
                  <a:lnTo>
                    <a:pt x="0" y="1554480"/>
                  </a:lnTo>
                  <a:lnTo>
                    <a:pt x="0" y="109728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10655" y="2868167"/>
              <a:ext cx="91440" cy="1664335"/>
            </a:xfrm>
            <a:custGeom>
              <a:avLst/>
              <a:gdLst/>
              <a:ahLst/>
              <a:cxnLst/>
              <a:rect l="l" t="t" r="r" b="b"/>
              <a:pathLst>
                <a:path w="91439" h="1664335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618488"/>
                  </a:lnTo>
                  <a:lnTo>
                    <a:pt x="3589" y="1636293"/>
                  </a:lnTo>
                  <a:lnTo>
                    <a:pt x="13382" y="1650825"/>
                  </a:lnTo>
                  <a:lnTo>
                    <a:pt x="27914" y="1660618"/>
                  </a:lnTo>
                  <a:lnTo>
                    <a:pt x="45720" y="1664208"/>
                  </a:lnTo>
                  <a:lnTo>
                    <a:pt x="63525" y="1660618"/>
                  </a:lnTo>
                  <a:lnTo>
                    <a:pt x="78057" y="1650825"/>
                  </a:lnTo>
                  <a:lnTo>
                    <a:pt x="87850" y="1636293"/>
                  </a:lnTo>
                  <a:lnTo>
                    <a:pt x="91440" y="1618488"/>
                  </a:lnTo>
                  <a:lnTo>
                    <a:pt x="91440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268592" y="3372810"/>
            <a:ext cx="3326765" cy="100012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80"/>
              </a:spcBef>
              <a:buChar char="•"/>
              <a:tabLst>
                <a:tab pos="356870" algn="l"/>
              </a:tabLst>
            </a:pPr>
            <a:r>
              <a:rPr dirty="0" sz="1200" spc="105">
                <a:solidFill>
                  <a:srgbClr val="67524F"/>
                </a:solidFill>
                <a:latin typeface="Tahoma"/>
                <a:cs typeface="Tahoma"/>
              </a:rPr>
              <a:t>More</a:t>
            </a:r>
            <a:r>
              <a:rPr dirty="0" sz="120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67524F"/>
                </a:solidFill>
                <a:latin typeface="Tahoma"/>
                <a:cs typeface="Tahoma"/>
              </a:rPr>
              <a:t>diseases</a:t>
            </a:r>
            <a:r>
              <a:rPr dirty="0" sz="1200" spc="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67524F"/>
                </a:solidFill>
                <a:latin typeface="Tahoma"/>
                <a:cs typeface="Tahoma"/>
              </a:rPr>
              <a:t>(20+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 for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67524F"/>
                </a:solidFill>
                <a:latin typeface="Tahoma"/>
                <a:cs typeface="Tahoma"/>
              </a:rPr>
              <a:t>diverse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67524F"/>
                </a:solidFill>
                <a:latin typeface="Tahoma"/>
                <a:cs typeface="Tahoma"/>
              </a:rPr>
              <a:t>crops)</a:t>
            </a:r>
            <a:endParaRPr sz="12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585"/>
              </a:spcBef>
              <a:buChar char="•"/>
              <a:tabLst>
                <a:tab pos="356870" algn="l"/>
              </a:tabLst>
            </a:pPr>
            <a:r>
              <a:rPr dirty="0" sz="1200" spc="100">
                <a:solidFill>
                  <a:srgbClr val="67524F"/>
                </a:solidFill>
                <a:latin typeface="Tahoma"/>
                <a:cs typeface="Tahoma"/>
              </a:rPr>
              <a:t>Mobile</a:t>
            </a:r>
            <a:r>
              <a:rPr dirty="0" sz="1200" spc="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67524F"/>
                </a:solidFill>
                <a:latin typeface="Tahoma"/>
                <a:cs typeface="Tahoma"/>
              </a:rPr>
              <a:t>application</a:t>
            </a:r>
            <a:r>
              <a:rPr dirty="0" sz="1200" spc="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80">
                <a:solidFill>
                  <a:srgbClr val="67524F"/>
                </a:solidFill>
                <a:latin typeface="Tahoma"/>
                <a:cs typeface="Tahoma"/>
              </a:rPr>
              <a:t>on-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the-</a:t>
            </a:r>
            <a:r>
              <a:rPr dirty="0" sz="1200" spc="95">
                <a:solidFill>
                  <a:srgbClr val="67524F"/>
                </a:solidFill>
                <a:latin typeface="Tahoma"/>
                <a:cs typeface="Tahoma"/>
              </a:rPr>
              <a:t>go</a:t>
            </a:r>
            <a:endParaRPr sz="120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409"/>
              </a:spcBef>
            </a:pPr>
            <a:r>
              <a:rPr dirty="0" sz="1200" spc="70">
                <a:solidFill>
                  <a:srgbClr val="67524F"/>
                </a:solidFill>
                <a:latin typeface="Tahoma"/>
                <a:cs typeface="Tahoma"/>
              </a:rPr>
              <a:t>diagnosis</a:t>
            </a:r>
            <a:endParaRPr sz="12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340"/>
              </a:spcBef>
              <a:buChar char="•"/>
              <a:tabLst>
                <a:tab pos="356870" algn="l"/>
              </a:tabLst>
            </a:pPr>
            <a:r>
              <a:rPr dirty="0" sz="1200" spc="65">
                <a:solidFill>
                  <a:srgbClr val="67524F"/>
                </a:solidFill>
                <a:latin typeface="Tahoma"/>
                <a:cs typeface="Tahoma"/>
              </a:rPr>
              <a:t>Offline</a:t>
            </a:r>
            <a:r>
              <a:rPr dirty="0" sz="1200" spc="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40">
                <a:solidFill>
                  <a:srgbClr val="67524F"/>
                </a:solidFill>
                <a:latin typeface="Tahoma"/>
                <a:cs typeface="Tahoma"/>
              </a:rPr>
              <a:t>mode</a:t>
            </a:r>
            <a:r>
              <a:rPr dirty="0" sz="120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2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00">
                <a:solidFill>
                  <a:srgbClr val="67524F"/>
                </a:solidFill>
                <a:latin typeface="Tahoma"/>
                <a:cs typeface="Tahoma"/>
              </a:rPr>
              <a:t>remote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05">
                <a:solidFill>
                  <a:srgbClr val="67524F"/>
                </a:solidFill>
                <a:latin typeface="Tahoma"/>
                <a:cs typeface="Tahoma"/>
              </a:rPr>
              <a:t>farming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67524F"/>
                </a:solidFill>
                <a:latin typeface="Tahoma"/>
                <a:cs typeface="Tahoma"/>
              </a:rPr>
              <a:t>areas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0113264" y="2859023"/>
            <a:ext cx="3983990" cy="1685925"/>
            <a:chOff x="10113264" y="2859023"/>
            <a:chExt cx="3983990" cy="1685925"/>
          </a:xfrm>
        </p:grpSpPr>
        <p:sp>
          <p:nvSpPr>
            <p:cNvPr id="10" name="object 10" descr=""/>
            <p:cNvSpPr/>
            <p:nvPr/>
          </p:nvSpPr>
          <p:spPr>
            <a:xfrm>
              <a:off x="10139172" y="2869691"/>
              <a:ext cx="3947160" cy="1664335"/>
            </a:xfrm>
            <a:custGeom>
              <a:avLst/>
              <a:gdLst/>
              <a:ahLst/>
              <a:cxnLst/>
              <a:rect l="l" t="t" r="r" b="b"/>
              <a:pathLst>
                <a:path w="3947159" h="1664335">
                  <a:moveTo>
                    <a:pt x="383743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1554480"/>
                  </a:lnTo>
                  <a:lnTo>
                    <a:pt x="8626" y="1597181"/>
                  </a:lnTo>
                  <a:lnTo>
                    <a:pt x="32146" y="1632061"/>
                  </a:lnTo>
                  <a:lnTo>
                    <a:pt x="67026" y="1655581"/>
                  </a:lnTo>
                  <a:lnTo>
                    <a:pt x="109727" y="1664208"/>
                  </a:lnTo>
                  <a:lnTo>
                    <a:pt x="3837431" y="1664208"/>
                  </a:lnTo>
                  <a:lnTo>
                    <a:pt x="3880133" y="1655581"/>
                  </a:lnTo>
                  <a:lnTo>
                    <a:pt x="3915013" y="1632061"/>
                  </a:lnTo>
                  <a:lnTo>
                    <a:pt x="3938533" y="1597181"/>
                  </a:lnTo>
                  <a:lnTo>
                    <a:pt x="3947160" y="1554480"/>
                  </a:lnTo>
                  <a:lnTo>
                    <a:pt x="3947160" y="109728"/>
                  </a:lnTo>
                  <a:lnTo>
                    <a:pt x="3938533" y="67026"/>
                  </a:lnTo>
                  <a:lnTo>
                    <a:pt x="3915013" y="32146"/>
                  </a:lnTo>
                  <a:lnTo>
                    <a:pt x="3880133" y="8626"/>
                  </a:lnTo>
                  <a:lnTo>
                    <a:pt x="3837431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139172" y="2869691"/>
              <a:ext cx="3947160" cy="1664335"/>
            </a:xfrm>
            <a:custGeom>
              <a:avLst/>
              <a:gdLst/>
              <a:ahLst/>
              <a:cxnLst/>
              <a:rect l="l" t="t" r="r" b="b"/>
              <a:pathLst>
                <a:path w="3947159" h="166433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3837431" y="0"/>
                  </a:lnTo>
                  <a:lnTo>
                    <a:pt x="3880133" y="8626"/>
                  </a:lnTo>
                  <a:lnTo>
                    <a:pt x="3915013" y="32146"/>
                  </a:lnTo>
                  <a:lnTo>
                    <a:pt x="3938533" y="67026"/>
                  </a:lnTo>
                  <a:lnTo>
                    <a:pt x="3947160" y="109728"/>
                  </a:lnTo>
                  <a:lnTo>
                    <a:pt x="3947160" y="1554480"/>
                  </a:lnTo>
                  <a:lnTo>
                    <a:pt x="3938533" y="1597181"/>
                  </a:lnTo>
                  <a:lnTo>
                    <a:pt x="3915013" y="1632061"/>
                  </a:lnTo>
                  <a:lnTo>
                    <a:pt x="3880133" y="1655581"/>
                  </a:lnTo>
                  <a:lnTo>
                    <a:pt x="3837431" y="1664208"/>
                  </a:lnTo>
                  <a:lnTo>
                    <a:pt x="109727" y="1664208"/>
                  </a:lnTo>
                  <a:lnTo>
                    <a:pt x="67026" y="1655581"/>
                  </a:lnTo>
                  <a:lnTo>
                    <a:pt x="32146" y="1632061"/>
                  </a:lnTo>
                  <a:lnTo>
                    <a:pt x="8626" y="1597181"/>
                  </a:lnTo>
                  <a:lnTo>
                    <a:pt x="0" y="1554480"/>
                  </a:lnTo>
                  <a:lnTo>
                    <a:pt x="0" y="109728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113264" y="2868167"/>
              <a:ext cx="91440" cy="1664335"/>
            </a:xfrm>
            <a:custGeom>
              <a:avLst/>
              <a:gdLst/>
              <a:ahLst/>
              <a:cxnLst/>
              <a:rect l="l" t="t" r="r" b="b"/>
              <a:pathLst>
                <a:path w="91440" h="1664335">
                  <a:moveTo>
                    <a:pt x="45719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618488"/>
                  </a:lnTo>
                  <a:lnTo>
                    <a:pt x="3589" y="1636293"/>
                  </a:lnTo>
                  <a:lnTo>
                    <a:pt x="13382" y="1650825"/>
                  </a:lnTo>
                  <a:lnTo>
                    <a:pt x="27914" y="1660618"/>
                  </a:lnTo>
                  <a:lnTo>
                    <a:pt x="45719" y="1664208"/>
                  </a:lnTo>
                  <a:lnTo>
                    <a:pt x="63525" y="1660618"/>
                  </a:lnTo>
                  <a:lnTo>
                    <a:pt x="78057" y="1650825"/>
                  </a:lnTo>
                  <a:lnTo>
                    <a:pt x="87850" y="1636293"/>
                  </a:lnTo>
                  <a:lnTo>
                    <a:pt x="91439" y="1618488"/>
                  </a:lnTo>
                  <a:lnTo>
                    <a:pt x="91439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021070" y="2249169"/>
            <a:ext cx="7792720" cy="1116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100"/>
              </a:spcBef>
            </a:pPr>
            <a:r>
              <a:rPr dirty="0" sz="1200" spc="105">
                <a:solidFill>
                  <a:srgbClr val="67524F"/>
                </a:solidFill>
                <a:latin typeface="Tahoma"/>
                <a:cs typeface="Tahoma"/>
              </a:rPr>
              <a:t>Our</a:t>
            </a:r>
            <a:r>
              <a:rPr dirty="0" sz="120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67524F"/>
                </a:solidFill>
                <a:latin typeface="Tahoma"/>
                <a:cs typeface="Tahoma"/>
              </a:rPr>
              <a:t>vision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85">
                <a:solidFill>
                  <a:srgbClr val="67524F"/>
                </a:solidFill>
                <a:latin typeface="Tahoma"/>
                <a:cs typeface="Tahoma"/>
              </a:rPr>
              <a:t>extends</a:t>
            </a:r>
            <a:r>
              <a:rPr dirty="0" sz="120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05">
                <a:solidFill>
                  <a:srgbClr val="67524F"/>
                </a:solidFill>
                <a:latin typeface="Tahoma"/>
                <a:cs typeface="Tahoma"/>
              </a:rPr>
              <a:t>beyond</a:t>
            </a:r>
            <a:r>
              <a:rPr dirty="0" sz="120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85">
                <a:solidFill>
                  <a:srgbClr val="67524F"/>
                </a:solidFill>
                <a:latin typeface="Tahoma"/>
                <a:cs typeface="Tahoma"/>
              </a:rPr>
              <a:t>current</a:t>
            </a:r>
            <a:r>
              <a:rPr dirty="0" sz="120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capabilities</a:t>
            </a:r>
            <a:r>
              <a:rPr dirty="0" sz="1200" spc="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85">
                <a:solidFill>
                  <a:srgbClr val="67524F"/>
                </a:solidFill>
                <a:latin typeface="Tahoma"/>
                <a:cs typeface="Tahoma"/>
              </a:rPr>
              <a:t>to</a:t>
            </a:r>
            <a:r>
              <a:rPr dirty="0" sz="1200" spc="-5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create</a:t>
            </a:r>
            <a:r>
              <a:rPr dirty="0" sz="120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80">
                <a:solidFill>
                  <a:srgbClr val="67524F"/>
                </a:solidFill>
                <a:latin typeface="Tahoma"/>
                <a:cs typeface="Tahoma"/>
              </a:rPr>
              <a:t>a</a:t>
            </a:r>
            <a:r>
              <a:rPr dirty="0" sz="120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67524F"/>
                </a:solidFill>
                <a:latin typeface="Tahoma"/>
                <a:cs typeface="Tahoma"/>
              </a:rPr>
              <a:t>truly</a:t>
            </a:r>
            <a:r>
              <a:rPr dirty="0" sz="120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95">
                <a:solidFill>
                  <a:srgbClr val="67524F"/>
                </a:solidFill>
                <a:latin typeface="Tahoma"/>
                <a:cs typeface="Tahoma"/>
              </a:rPr>
              <a:t>comprehensive</a:t>
            </a:r>
            <a:r>
              <a:rPr dirty="0" sz="1200" spc="-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20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200" spc="-5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globally</a:t>
            </a:r>
            <a:r>
              <a:rPr dirty="0" sz="1200" spc="-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67524F"/>
                </a:solidFill>
                <a:latin typeface="Tahoma"/>
                <a:cs typeface="Tahoma"/>
              </a:rPr>
              <a:t>impactful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solution</a:t>
            </a:r>
            <a:r>
              <a:rPr dirty="0" sz="120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2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80">
                <a:solidFill>
                  <a:srgbClr val="67524F"/>
                </a:solidFill>
                <a:latin typeface="Tahoma"/>
                <a:cs typeface="Tahoma"/>
              </a:rPr>
              <a:t>agricultural</a:t>
            </a:r>
            <a:r>
              <a:rPr dirty="0" sz="120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67524F"/>
                </a:solidFill>
                <a:latin typeface="Tahoma"/>
                <a:cs typeface="Tahoma"/>
              </a:rPr>
              <a:t>disease</a:t>
            </a:r>
            <a:r>
              <a:rPr dirty="0" sz="1200" spc="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67524F"/>
                </a:solidFill>
                <a:latin typeface="Tahoma"/>
                <a:cs typeface="Tahoma"/>
              </a:rPr>
              <a:t>detection.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ahoma"/>
              <a:cs typeface="Tahoma"/>
            </a:endParaRPr>
          </a:p>
          <a:p>
            <a:pPr marL="259715">
              <a:lnSpc>
                <a:spcPct val="100000"/>
              </a:lnSpc>
              <a:tabLst>
                <a:tab pos="4364355" algn="l"/>
              </a:tabLst>
            </a:pPr>
            <a:r>
              <a:rPr dirty="0" sz="1750" spc="-10">
                <a:solidFill>
                  <a:srgbClr val="67524F"/>
                </a:solidFill>
                <a:latin typeface="Tahoma"/>
                <a:cs typeface="Tahoma"/>
              </a:rPr>
              <a:t>Expansion</a:t>
            </a:r>
            <a:r>
              <a:rPr dirty="0" sz="1750">
                <a:solidFill>
                  <a:srgbClr val="67524F"/>
                </a:solidFill>
                <a:latin typeface="Tahoma"/>
                <a:cs typeface="Tahoma"/>
              </a:rPr>
              <a:t>	</a:t>
            </a:r>
            <a:r>
              <a:rPr dirty="0" sz="1750" spc="-10">
                <a:solidFill>
                  <a:srgbClr val="67524F"/>
                </a:solidFill>
                <a:latin typeface="Tahoma"/>
                <a:cs typeface="Tahoma"/>
              </a:rPr>
              <a:t>Integration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373359" y="3372810"/>
            <a:ext cx="3343910" cy="100012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80"/>
              </a:spcBef>
              <a:buChar char="•"/>
              <a:tabLst>
                <a:tab pos="356870" algn="l"/>
              </a:tabLst>
            </a:pPr>
            <a:r>
              <a:rPr dirty="0" sz="1200" spc="130">
                <a:solidFill>
                  <a:srgbClr val="67524F"/>
                </a:solidFill>
                <a:latin typeface="Tahoma"/>
                <a:cs typeface="Tahoma"/>
              </a:rPr>
              <a:t>GPS</a:t>
            </a:r>
            <a:r>
              <a:rPr dirty="0" sz="120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200" spc="-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precise</a:t>
            </a:r>
            <a:r>
              <a:rPr dirty="0" sz="1200" spc="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location-</a:t>
            </a:r>
            <a:r>
              <a:rPr dirty="0" sz="1200" spc="95">
                <a:solidFill>
                  <a:srgbClr val="67524F"/>
                </a:solidFill>
                <a:latin typeface="Tahoma"/>
                <a:cs typeface="Tahoma"/>
              </a:rPr>
              <a:t>based</a:t>
            </a:r>
            <a:r>
              <a:rPr dirty="0" sz="1200" spc="3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67524F"/>
                </a:solidFill>
                <a:latin typeface="Tahoma"/>
                <a:cs typeface="Tahoma"/>
              </a:rPr>
              <a:t>insights</a:t>
            </a:r>
            <a:endParaRPr sz="12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585"/>
              </a:spcBef>
              <a:buChar char="•"/>
              <a:tabLst>
                <a:tab pos="356870" algn="l"/>
              </a:tabLst>
            </a:pPr>
            <a:r>
              <a:rPr dirty="0" sz="1200" spc="60">
                <a:solidFill>
                  <a:srgbClr val="67524F"/>
                </a:solidFill>
                <a:latin typeface="Tahoma"/>
                <a:cs typeface="Tahoma"/>
              </a:rPr>
              <a:t>Real-</a:t>
            </a:r>
            <a:r>
              <a:rPr dirty="0" sz="1200" spc="110">
                <a:solidFill>
                  <a:srgbClr val="67524F"/>
                </a:solidFill>
                <a:latin typeface="Tahoma"/>
                <a:cs typeface="Tahoma"/>
              </a:rPr>
              <a:t>time</a:t>
            </a:r>
            <a:r>
              <a:rPr dirty="0" sz="1200" spc="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67524F"/>
                </a:solidFill>
                <a:latin typeface="Tahoma"/>
                <a:cs typeface="Tahoma"/>
              </a:rPr>
              <a:t>weather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95">
                <a:solidFill>
                  <a:srgbClr val="67524F"/>
                </a:solidFill>
                <a:latin typeface="Tahoma"/>
                <a:cs typeface="Tahoma"/>
              </a:rPr>
              <a:t>data</a:t>
            </a:r>
            <a:r>
              <a:rPr dirty="0" sz="120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200" spc="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67524F"/>
                </a:solidFill>
                <a:latin typeface="Tahoma"/>
                <a:cs typeface="Tahoma"/>
              </a:rPr>
              <a:t>predictive</a:t>
            </a:r>
            <a:endParaRPr sz="120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409"/>
              </a:spcBef>
            </a:pPr>
            <a:r>
              <a:rPr dirty="0" sz="1200" spc="50">
                <a:solidFill>
                  <a:srgbClr val="67524F"/>
                </a:solidFill>
                <a:latin typeface="Tahoma"/>
                <a:cs typeface="Tahoma"/>
              </a:rPr>
              <a:t>analysis</a:t>
            </a:r>
            <a:endParaRPr sz="12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340"/>
              </a:spcBef>
              <a:buChar char="•"/>
              <a:tabLst>
                <a:tab pos="356870" algn="l"/>
              </a:tabLst>
            </a:pPr>
            <a:r>
              <a:rPr dirty="0" sz="1200" spc="65">
                <a:solidFill>
                  <a:srgbClr val="67524F"/>
                </a:solidFill>
                <a:latin typeface="Tahoma"/>
                <a:cs typeface="Tahoma"/>
              </a:rPr>
              <a:t>Detailed,</a:t>
            </a:r>
            <a:r>
              <a:rPr dirty="0" sz="12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localized</a:t>
            </a:r>
            <a:r>
              <a:rPr dirty="0" sz="120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00">
                <a:solidFill>
                  <a:srgbClr val="67524F"/>
                </a:solidFill>
                <a:latin typeface="Tahoma"/>
                <a:cs typeface="Tahoma"/>
              </a:rPr>
              <a:t>treatment</a:t>
            </a:r>
            <a:r>
              <a:rPr dirty="0" sz="120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00">
                <a:solidFill>
                  <a:srgbClr val="67524F"/>
                </a:solidFill>
                <a:latin typeface="Tahoma"/>
                <a:cs typeface="Tahoma"/>
              </a:rPr>
              <a:t>guidance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010655" y="4678679"/>
            <a:ext cx="3980815" cy="2091055"/>
            <a:chOff x="6010655" y="4678679"/>
            <a:chExt cx="3980815" cy="2091055"/>
          </a:xfrm>
        </p:grpSpPr>
        <p:sp>
          <p:nvSpPr>
            <p:cNvPr id="16" name="object 16" descr=""/>
            <p:cNvSpPr/>
            <p:nvPr/>
          </p:nvSpPr>
          <p:spPr>
            <a:xfrm>
              <a:off x="6033515" y="4689347"/>
              <a:ext cx="3947160" cy="2070100"/>
            </a:xfrm>
            <a:custGeom>
              <a:avLst/>
              <a:gdLst/>
              <a:ahLst/>
              <a:cxnLst/>
              <a:rect l="l" t="t" r="r" b="b"/>
              <a:pathLst>
                <a:path w="3947159" h="2070100">
                  <a:moveTo>
                    <a:pt x="383743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959864"/>
                  </a:lnTo>
                  <a:lnTo>
                    <a:pt x="8626" y="2002565"/>
                  </a:lnTo>
                  <a:lnTo>
                    <a:pt x="32146" y="2037445"/>
                  </a:lnTo>
                  <a:lnTo>
                    <a:pt x="67026" y="2060965"/>
                  </a:lnTo>
                  <a:lnTo>
                    <a:pt x="109728" y="2069591"/>
                  </a:lnTo>
                  <a:lnTo>
                    <a:pt x="3837432" y="2069591"/>
                  </a:lnTo>
                  <a:lnTo>
                    <a:pt x="3880133" y="2060965"/>
                  </a:lnTo>
                  <a:lnTo>
                    <a:pt x="3915013" y="2037445"/>
                  </a:lnTo>
                  <a:lnTo>
                    <a:pt x="3938533" y="2002565"/>
                  </a:lnTo>
                  <a:lnTo>
                    <a:pt x="3947160" y="1959864"/>
                  </a:lnTo>
                  <a:lnTo>
                    <a:pt x="3947160" y="109727"/>
                  </a:lnTo>
                  <a:lnTo>
                    <a:pt x="3938533" y="67026"/>
                  </a:lnTo>
                  <a:lnTo>
                    <a:pt x="3915013" y="32146"/>
                  </a:lnTo>
                  <a:lnTo>
                    <a:pt x="3880133" y="8626"/>
                  </a:lnTo>
                  <a:lnTo>
                    <a:pt x="3837432" y="0"/>
                  </a:lnTo>
                  <a:close/>
                </a:path>
              </a:pathLst>
            </a:custGeom>
            <a:solidFill>
              <a:srgbClr val="FFFFF4">
                <a:alpha val="9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033515" y="4689347"/>
              <a:ext cx="3947160" cy="2070100"/>
            </a:xfrm>
            <a:custGeom>
              <a:avLst/>
              <a:gdLst/>
              <a:ahLst/>
              <a:cxnLst/>
              <a:rect l="l" t="t" r="r" b="b"/>
              <a:pathLst>
                <a:path w="3947159" h="207010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3837432" y="0"/>
                  </a:lnTo>
                  <a:lnTo>
                    <a:pt x="3880133" y="8626"/>
                  </a:lnTo>
                  <a:lnTo>
                    <a:pt x="3915013" y="32146"/>
                  </a:lnTo>
                  <a:lnTo>
                    <a:pt x="3938533" y="67026"/>
                  </a:lnTo>
                  <a:lnTo>
                    <a:pt x="3947160" y="109727"/>
                  </a:lnTo>
                  <a:lnTo>
                    <a:pt x="3947160" y="1959864"/>
                  </a:lnTo>
                  <a:lnTo>
                    <a:pt x="3938533" y="2002565"/>
                  </a:lnTo>
                  <a:lnTo>
                    <a:pt x="3915013" y="2037445"/>
                  </a:lnTo>
                  <a:lnTo>
                    <a:pt x="3880133" y="2060965"/>
                  </a:lnTo>
                  <a:lnTo>
                    <a:pt x="3837432" y="2069591"/>
                  </a:lnTo>
                  <a:lnTo>
                    <a:pt x="109728" y="2069591"/>
                  </a:lnTo>
                  <a:lnTo>
                    <a:pt x="67026" y="2060965"/>
                  </a:lnTo>
                  <a:lnTo>
                    <a:pt x="32146" y="2037445"/>
                  </a:lnTo>
                  <a:lnTo>
                    <a:pt x="8626" y="2002565"/>
                  </a:lnTo>
                  <a:lnTo>
                    <a:pt x="0" y="1959864"/>
                  </a:lnTo>
                  <a:lnTo>
                    <a:pt x="0" y="109727"/>
                  </a:lnTo>
                  <a:close/>
                </a:path>
              </a:pathLst>
            </a:custGeom>
            <a:ln w="21336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10655" y="4687823"/>
              <a:ext cx="91440" cy="2070100"/>
            </a:xfrm>
            <a:custGeom>
              <a:avLst/>
              <a:gdLst/>
              <a:ahLst/>
              <a:cxnLst/>
              <a:rect l="l" t="t" r="r" b="b"/>
              <a:pathLst>
                <a:path w="91439" h="2070100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023872"/>
                  </a:lnTo>
                  <a:lnTo>
                    <a:pt x="3589" y="2041677"/>
                  </a:lnTo>
                  <a:lnTo>
                    <a:pt x="13382" y="2056209"/>
                  </a:lnTo>
                  <a:lnTo>
                    <a:pt x="27914" y="2066002"/>
                  </a:lnTo>
                  <a:lnTo>
                    <a:pt x="45720" y="2069591"/>
                  </a:lnTo>
                  <a:lnTo>
                    <a:pt x="63525" y="2066002"/>
                  </a:lnTo>
                  <a:lnTo>
                    <a:pt x="78057" y="2056209"/>
                  </a:lnTo>
                  <a:lnTo>
                    <a:pt x="87850" y="2041677"/>
                  </a:lnTo>
                  <a:lnTo>
                    <a:pt x="91440" y="2023872"/>
                  </a:lnTo>
                  <a:lnTo>
                    <a:pt x="91440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268592" y="4738939"/>
            <a:ext cx="3462020" cy="1892300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750">
                <a:solidFill>
                  <a:srgbClr val="67524F"/>
                </a:solidFill>
                <a:latin typeface="Tahoma"/>
                <a:cs typeface="Tahoma"/>
              </a:rPr>
              <a:t>Support</a:t>
            </a:r>
            <a:r>
              <a:rPr dirty="0" sz="1750" spc="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60">
                <a:solidFill>
                  <a:srgbClr val="67524F"/>
                </a:solidFill>
                <a:latin typeface="Tahoma"/>
                <a:cs typeface="Tahoma"/>
              </a:rPr>
              <a:t>&amp;</a:t>
            </a:r>
            <a:r>
              <a:rPr dirty="0" sz="1750" spc="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67524F"/>
                </a:solidFill>
                <a:latin typeface="Tahoma"/>
                <a:cs typeface="Tahoma"/>
              </a:rPr>
              <a:t>Accessibility</a:t>
            </a:r>
            <a:endParaRPr sz="1750">
              <a:latin typeface="Tahoma"/>
              <a:cs typeface="Tahoma"/>
            </a:endParaRPr>
          </a:p>
          <a:p>
            <a:pPr marL="356870" marR="511809" indent="-344805">
              <a:lnSpc>
                <a:spcPct val="128299"/>
              </a:lnSpc>
              <a:spcBef>
                <a:spcPts val="425"/>
              </a:spcBef>
              <a:buChar char="•"/>
              <a:tabLst>
                <a:tab pos="356870" algn="l"/>
              </a:tabLst>
            </a:pPr>
            <a:r>
              <a:rPr dirty="0" sz="1200" spc="80">
                <a:solidFill>
                  <a:srgbClr val="67524F"/>
                </a:solidFill>
                <a:latin typeface="Tahoma"/>
                <a:cs typeface="Tahoma"/>
              </a:rPr>
              <a:t>Multi-</a:t>
            </a:r>
            <a:r>
              <a:rPr dirty="0" sz="1200" spc="105">
                <a:solidFill>
                  <a:srgbClr val="67524F"/>
                </a:solidFill>
                <a:latin typeface="Tahoma"/>
                <a:cs typeface="Tahoma"/>
              </a:rPr>
              <a:t>language</a:t>
            </a:r>
            <a:r>
              <a:rPr dirty="0" sz="1200" spc="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95">
                <a:solidFill>
                  <a:srgbClr val="67524F"/>
                </a:solidFill>
                <a:latin typeface="Tahoma"/>
                <a:cs typeface="Tahoma"/>
              </a:rPr>
              <a:t>support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200" spc="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80">
                <a:solidFill>
                  <a:srgbClr val="67524F"/>
                </a:solidFill>
                <a:latin typeface="Tahoma"/>
                <a:cs typeface="Tahoma"/>
              </a:rPr>
              <a:t>global </a:t>
            </a:r>
            <a:r>
              <a:rPr dirty="0" sz="1200" spc="90">
                <a:solidFill>
                  <a:srgbClr val="67524F"/>
                </a:solidFill>
                <a:latin typeface="Tahoma"/>
                <a:cs typeface="Tahoma"/>
              </a:rPr>
              <a:t>adoption</a:t>
            </a:r>
            <a:endParaRPr sz="1200">
              <a:latin typeface="Tahoma"/>
              <a:cs typeface="Tahoma"/>
            </a:endParaRPr>
          </a:p>
          <a:p>
            <a:pPr marL="356870" marR="5080" indent="-344805">
              <a:lnSpc>
                <a:spcPts val="1850"/>
              </a:lnSpc>
              <a:spcBef>
                <a:spcPts val="60"/>
              </a:spcBef>
              <a:buChar char="•"/>
              <a:tabLst>
                <a:tab pos="356870" algn="l"/>
              </a:tabLst>
            </a:pPr>
            <a:r>
              <a:rPr dirty="0" sz="1200" spc="80">
                <a:solidFill>
                  <a:srgbClr val="67524F"/>
                </a:solidFill>
                <a:latin typeface="Tahoma"/>
                <a:cs typeface="Tahoma"/>
              </a:rPr>
              <a:t>Expert</a:t>
            </a:r>
            <a:r>
              <a:rPr dirty="0" sz="1200" spc="-3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105">
                <a:solidFill>
                  <a:srgbClr val="67524F"/>
                </a:solidFill>
                <a:latin typeface="Tahoma"/>
                <a:cs typeface="Tahoma"/>
              </a:rPr>
              <a:t>connect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67524F"/>
                </a:solidFill>
                <a:latin typeface="Tahoma"/>
                <a:cs typeface="Tahoma"/>
              </a:rPr>
              <a:t>features</a:t>
            </a:r>
            <a:r>
              <a:rPr dirty="0" sz="1200" spc="-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200" spc="-2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67524F"/>
                </a:solidFill>
                <a:latin typeface="Tahoma"/>
                <a:cs typeface="Tahoma"/>
              </a:rPr>
              <a:t>personalized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advice</a:t>
            </a:r>
            <a:endParaRPr sz="12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204"/>
              </a:spcBef>
              <a:buChar char="•"/>
              <a:tabLst>
                <a:tab pos="356870" algn="l"/>
              </a:tabLst>
            </a:pPr>
            <a:r>
              <a:rPr dirty="0" sz="1200" spc="125">
                <a:solidFill>
                  <a:srgbClr val="67524F"/>
                </a:solidFill>
                <a:latin typeface="Tahoma"/>
                <a:cs typeface="Tahoma"/>
              </a:rPr>
              <a:t>Community</a:t>
            </a:r>
            <a:r>
              <a:rPr dirty="0" sz="1200" spc="2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95">
                <a:solidFill>
                  <a:srgbClr val="67524F"/>
                </a:solidFill>
                <a:latin typeface="Tahoma"/>
                <a:cs typeface="Tahoma"/>
              </a:rPr>
              <a:t>forums</a:t>
            </a:r>
            <a:r>
              <a:rPr dirty="0" sz="1200" spc="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7524F"/>
                </a:solidFill>
                <a:latin typeface="Tahoma"/>
                <a:cs typeface="Tahoma"/>
              </a:rPr>
              <a:t>for </a:t>
            </a:r>
            <a:r>
              <a:rPr dirty="0" sz="1200" spc="70">
                <a:solidFill>
                  <a:srgbClr val="67524F"/>
                </a:solidFill>
                <a:latin typeface="Tahoma"/>
                <a:cs typeface="Tahoma"/>
              </a:rPr>
              <a:t>peer-</a:t>
            </a:r>
            <a:r>
              <a:rPr dirty="0" sz="1200" spc="60">
                <a:solidFill>
                  <a:srgbClr val="67524F"/>
                </a:solidFill>
                <a:latin typeface="Tahoma"/>
                <a:cs typeface="Tahoma"/>
              </a:rPr>
              <a:t>to-peer</a:t>
            </a:r>
            <a:endParaRPr sz="120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409"/>
              </a:spcBef>
            </a:pPr>
            <a:r>
              <a:rPr dirty="0" sz="1200" spc="110">
                <a:solidFill>
                  <a:srgbClr val="67524F"/>
                </a:solidFill>
                <a:latin typeface="Tahoma"/>
                <a:cs typeface="Tahoma"/>
              </a:rPr>
              <a:t>knowledge</a:t>
            </a:r>
            <a:r>
              <a:rPr dirty="0" sz="120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67524F"/>
                </a:solidFill>
                <a:latin typeface="Tahoma"/>
                <a:cs typeface="Tahoma"/>
              </a:rPr>
              <a:t>sharing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2685776" y="7540752"/>
            <a:ext cx="1950720" cy="695325"/>
            <a:chOff x="12685776" y="7540752"/>
            <a:chExt cx="1950720" cy="695325"/>
          </a:xfrm>
        </p:grpSpPr>
        <p:sp>
          <p:nvSpPr>
            <p:cNvPr id="21" name="object 21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1"/>
                  </a:lnTo>
                  <a:lnTo>
                    <a:pt x="0" y="568957"/>
                  </a:lnTo>
                  <a:lnTo>
                    <a:pt x="8939" y="613250"/>
                  </a:lnTo>
                  <a:lnTo>
                    <a:pt x="33321" y="649421"/>
                  </a:lnTo>
                  <a:lnTo>
                    <a:pt x="69490" y="673808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8"/>
                  </a:lnTo>
                  <a:lnTo>
                    <a:pt x="1905206" y="649421"/>
                  </a:lnTo>
                  <a:lnTo>
                    <a:pt x="1929588" y="613250"/>
                  </a:lnTo>
                  <a:lnTo>
                    <a:pt x="1938527" y="568957"/>
                  </a:lnTo>
                  <a:lnTo>
                    <a:pt x="1938527" y="113791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1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1"/>
                  </a:lnTo>
                  <a:lnTo>
                    <a:pt x="1938527" y="568957"/>
                  </a:lnTo>
                  <a:lnTo>
                    <a:pt x="1929588" y="613250"/>
                  </a:lnTo>
                  <a:lnTo>
                    <a:pt x="1905206" y="649421"/>
                  </a:lnTo>
                  <a:lnTo>
                    <a:pt x="1869037" y="673808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8"/>
                  </a:lnTo>
                  <a:lnTo>
                    <a:pt x="33321" y="649421"/>
                  </a:lnTo>
                  <a:lnTo>
                    <a:pt x="8939" y="613250"/>
                  </a:lnTo>
                  <a:lnTo>
                    <a:pt x="0" y="568957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540752"/>
            <a:ext cx="1950720" cy="695325"/>
            <a:chOff x="12685776" y="7540752"/>
            <a:chExt cx="1950720" cy="695325"/>
          </a:xfrm>
        </p:grpSpPr>
        <p:sp>
          <p:nvSpPr>
            <p:cNvPr id="3" name="object 3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1824735" y="0"/>
                  </a:moveTo>
                  <a:lnTo>
                    <a:pt x="113792" y="0"/>
                  </a:lnTo>
                  <a:lnTo>
                    <a:pt x="69490" y="8943"/>
                  </a:lnTo>
                  <a:lnTo>
                    <a:pt x="33321" y="33331"/>
                  </a:lnTo>
                  <a:lnTo>
                    <a:pt x="8939" y="69501"/>
                  </a:lnTo>
                  <a:lnTo>
                    <a:pt x="0" y="113791"/>
                  </a:lnTo>
                  <a:lnTo>
                    <a:pt x="0" y="568957"/>
                  </a:lnTo>
                  <a:lnTo>
                    <a:pt x="8939" y="613250"/>
                  </a:lnTo>
                  <a:lnTo>
                    <a:pt x="33321" y="649421"/>
                  </a:lnTo>
                  <a:lnTo>
                    <a:pt x="69490" y="673808"/>
                  </a:lnTo>
                  <a:lnTo>
                    <a:pt x="113792" y="682751"/>
                  </a:lnTo>
                  <a:lnTo>
                    <a:pt x="1824735" y="682751"/>
                  </a:lnTo>
                  <a:lnTo>
                    <a:pt x="1869037" y="673808"/>
                  </a:lnTo>
                  <a:lnTo>
                    <a:pt x="1905206" y="649421"/>
                  </a:lnTo>
                  <a:lnTo>
                    <a:pt x="1929588" y="613250"/>
                  </a:lnTo>
                  <a:lnTo>
                    <a:pt x="1938527" y="568957"/>
                  </a:lnTo>
                  <a:lnTo>
                    <a:pt x="1938527" y="113791"/>
                  </a:lnTo>
                  <a:lnTo>
                    <a:pt x="1929588" y="69501"/>
                  </a:lnTo>
                  <a:lnTo>
                    <a:pt x="1905206" y="33331"/>
                  </a:lnTo>
                  <a:lnTo>
                    <a:pt x="1869037" y="8943"/>
                  </a:lnTo>
                  <a:lnTo>
                    <a:pt x="18247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91872" y="7546848"/>
              <a:ext cx="1938655" cy="683260"/>
            </a:xfrm>
            <a:custGeom>
              <a:avLst/>
              <a:gdLst/>
              <a:ahLst/>
              <a:cxnLst/>
              <a:rect l="l" t="t" r="r" b="b"/>
              <a:pathLst>
                <a:path w="1938655" h="683259">
                  <a:moveTo>
                    <a:pt x="0" y="113791"/>
                  </a:moveTo>
                  <a:lnTo>
                    <a:pt x="8939" y="69501"/>
                  </a:lnTo>
                  <a:lnTo>
                    <a:pt x="33321" y="33331"/>
                  </a:lnTo>
                  <a:lnTo>
                    <a:pt x="69490" y="8943"/>
                  </a:lnTo>
                  <a:lnTo>
                    <a:pt x="113792" y="0"/>
                  </a:lnTo>
                  <a:lnTo>
                    <a:pt x="1824735" y="0"/>
                  </a:lnTo>
                  <a:lnTo>
                    <a:pt x="1869037" y="8943"/>
                  </a:lnTo>
                  <a:lnTo>
                    <a:pt x="1905206" y="33331"/>
                  </a:lnTo>
                  <a:lnTo>
                    <a:pt x="1929588" y="69501"/>
                  </a:lnTo>
                  <a:lnTo>
                    <a:pt x="1938527" y="113791"/>
                  </a:lnTo>
                  <a:lnTo>
                    <a:pt x="1938527" y="568957"/>
                  </a:lnTo>
                  <a:lnTo>
                    <a:pt x="1929588" y="613250"/>
                  </a:lnTo>
                  <a:lnTo>
                    <a:pt x="1905206" y="649421"/>
                  </a:lnTo>
                  <a:lnTo>
                    <a:pt x="1869037" y="673808"/>
                  </a:lnTo>
                  <a:lnTo>
                    <a:pt x="1824735" y="682751"/>
                  </a:lnTo>
                  <a:lnTo>
                    <a:pt x="113792" y="682751"/>
                  </a:lnTo>
                  <a:lnTo>
                    <a:pt x="69490" y="673808"/>
                  </a:lnTo>
                  <a:lnTo>
                    <a:pt x="33321" y="649421"/>
                  </a:lnTo>
                  <a:lnTo>
                    <a:pt x="8939" y="613250"/>
                  </a:lnTo>
                  <a:lnTo>
                    <a:pt x="0" y="568957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Thank</a:t>
            </a:r>
            <a:r>
              <a:rPr dirty="0" spc="-190"/>
              <a:t> </a:t>
            </a:r>
            <a:r>
              <a:rPr dirty="0" spc="490"/>
              <a:t>You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81304" y="4092394"/>
            <a:ext cx="12748260" cy="72771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750" spc="250">
                <a:solidFill>
                  <a:srgbClr val="67524F"/>
                </a:solidFill>
                <a:latin typeface="Tahoma"/>
                <a:cs typeface="Tahoma"/>
              </a:rPr>
              <a:t>We</a:t>
            </a:r>
            <a:r>
              <a:rPr dirty="0" sz="17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35">
                <a:solidFill>
                  <a:srgbClr val="67524F"/>
                </a:solidFill>
                <a:latin typeface="Tahoma"/>
                <a:cs typeface="Tahoma"/>
              </a:rPr>
              <a:t>appreciate</a:t>
            </a:r>
            <a:r>
              <a:rPr dirty="0" sz="175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25">
                <a:solidFill>
                  <a:srgbClr val="67524F"/>
                </a:solidFill>
                <a:latin typeface="Tahoma"/>
                <a:cs typeface="Tahoma"/>
              </a:rPr>
              <a:t>your</a:t>
            </a:r>
            <a:r>
              <a:rPr dirty="0" sz="17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70">
                <a:solidFill>
                  <a:srgbClr val="67524F"/>
                </a:solidFill>
                <a:latin typeface="Tahoma"/>
                <a:cs typeface="Tahoma"/>
              </a:rPr>
              <a:t>time</a:t>
            </a:r>
            <a:r>
              <a:rPr dirty="0" sz="17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7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7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10">
                <a:solidFill>
                  <a:srgbClr val="67524F"/>
                </a:solidFill>
                <a:latin typeface="Tahoma"/>
                <a:cs typeface="Tahoma"/>
              </a:rPr>
              <a:t>interest</a:t>
            </a:r>
            <a:r>
              <a:rPr dirty="0" sz="17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35">
                <a:solidFill>
                  <a:srgbClr val="67524F"/>
                </a:solidFill>
                <a:latin typeface="Tahoma"/>
                <a:cs typeface="Tahoma"/>
              </a:rPr>
              <a:t>in</a:t>
            </a:r>
            <a:r>
              <a:rPr dirty="0" sz="17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40">
                <a:solidFill>
                  <a:srgbClr val="67524F"/>
                </a:solidFill>
                <a:latin typeface="Tahoma"/>
                <a:cs typeface="Tahoma"/>
              </a:rPr>
              <a:t>our</a:t>
            </a:r>
            <a:r>
              <a:rPr dirty="0" sz="175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67524F"/>
                </a:solidFill>
                <a:latin typeface="Tahoma"/>
                <a:cs typeface="Tahoma"/>
              </a:rPr>
              <a:t>AI-</a:t>
            </a:r>
            <a:r>
              <a:rPr dirty="0" sz="1750" spc="130">
                <a:solidFill>
                  <a:srgbClr val="67524F"/>
                </a:solidFill>
                <a:latin typeface="Tahoma"/>
                <a:cs typeface="Tahoma"/>
              </a:rPr>
              <a:t>driven</a:t>
            </a:r>
            <a:r>
              <a:rPr dirty="0" sz="1750" spc="-114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30">
                <a:solidFill>
                  <a:srgbClr val="67524F"/>
                </a:solidFill>
                <a:latin typeface="Tahoma"/>
                <a:cs typeface="Tahoma"/>
              </a:rPr>
              <a:t>solution</a:t>
            </a:r>
            <a:r>
              <a:rPr dirty="0" sz="1750" spc="-11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7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45">
                <a:solidFill>
                  <a:srgbClr val="67524F"/>
                </a:solidFill>
                <a:latin typeface="Tahoma"/>
                <a:cs typeface="Tahoma"/>
              </a:rPr>
              <a:t>crop</a:t>
            </a:r>
            <a:r>
              <a:rPr dirty="0" sz="17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14">
                <a:solidFill>
                  <a:srgbClr val="67524F"/>
                </a:solidFill>
                <a:latin typeface="Tahoma"/>
                <a:cs typeface="Tahoma"/>
              </a:rPr>
              <a:t>disease</a:t>
            </a:r>
            <a:r>
              <a:rPr dirty="0" sz="1750" spc="-1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14">
                <a:solidFill>
                  <a:srgbClr val="67524F"/>
                </a:solidFill>
                <a:latin typeface="Tahoma"/>
                <a:cs typeface="Tahoma"/>
              </a:rPr>
              <a:t>detection.</a:t>
            </a:r>
            <a:r>
              <a:rPr dirty="0" sz="17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90">
                <a:solidFill>
                  <a:srgbClr val="67524F"/>
                </a:solidFill>
                <a:latin typeface="Tahoma"/>
                <a:cs typeface="Tahoma"/>
              </a:rPr>
              <a:t>Together,</a:t>
            </a:r>
            <a:r>
              <a:rPr dirty="0" sz="1750" spc="-7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75">
                <a:solidFill>
                  <a:srgbClr val="67524F"/>
                </a:solidFill>
                <a:latin typeface="Tahoma"/>
                <a:cs typeface="Tahoma"/>
              </a:rPr>
              <a:t>we</a:t>
            </a:r>
            <a:r>
              <a:rPr dirty="0" sz="1750" spc="-7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60">
                <a:solidFill>
                  <a:srgbClr val="67524F"/>
                </a:solidFill>
                <a:latin typeface="Tahoma"/>
                <a:cs typeface="Tahoma"/>
              </a:rPr>
              <a:t>can</a:t>
            </a:r>
            <a:r>
              <a:rPr dirty="0" sz="1750" spc="-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55">
                <a:solidFill>
                  <a:srgbClr val="67524F"/>
                </a:solidFill>
                <a:latin typeface="Tahoma"/>
                <a:cs typeface="Tahoma"/>
              </a:rPr>
              <a:t>build</a:t>
            </a:r>
            <a:r>
              <a:rPr dirty="0" sz="1750" spc="-114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67524F"/>
                </a:solidFill>
                <a:latin typeface="Tahoma"/>
                <a:cs typeface="Tahoma"/>
              </a:rPr>
              <a:t>a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750" spc="175">
                <a:solidFill>
                  <a:srgbClr val="67524F"/>
                </a:solidFill>
                <a:latin typeface="Tahoma"/>
                <a:cs typeface="Tahoma"/>
              </a:rPr>
              <a:t>more</a:t>
            </a:r>
            <a:r>
              <a:rPr dirty="0" sz="1750" spc="-6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00">
                <a:solidFill>
                  <a:srgbClr val="67524F"/>
                </a:solidFill>
                <a:latin typeface="Tahoma"/>
                <a:cs typeface="Tahoma"/>
              </a:rPr>
              <a:t>resilient</a:t>
            </a:r>
            <a:r>
              <a:rPr dirty="0" sz="1750" spc="-6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75">
                <a:solidFill>
                  <a:srgbClr val="67524F"/>
                </a:solidFill>
                <a:latin typeface="Tahoma"/>
                <a:cs typeface="Tahoma"/>
              </a:rPr>
              <a:t>and</a:t>
            </a:r>
            <a:r>
              <a:rPr dirty="0" sz="1750" spc="-4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25">
                <a:solidFill>
                  <a:srgbClr val="67524F"/>
                </a:solidFill>
                <a:latin typeface="Tahoma"/>
                <a:cs typeface="Tahoma"/>
              </a:rPr>
              <a:t>sustainable</a:t>
            </a:r>
            <a:r>
              <a:rPr dirty="0" sz="1750" spc="-10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120">
                <a:solidFill>
                  <a:srgbClr val="67524F"/>
                </a:solidFill>
                <a:latin typeface="Tahoma"/>
                <a:cs typeface="Tahoma"/>
              </a:rPr>
              <a:t>future</a:t>
            </a:r>
            <a:r>
              <a:rPr dirty="0" sz="1750" spc="-10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67524F"/>
                </a:solidFill>
                <a:latin typeface="Tahoma"/>
                <a:cs typeface="Tahoma"/>
              </a:rPr>
              <a:t>for</a:t>
            </a:r>
            <a:r>
              <a:rPr dirty="0" sz="1750" spc="-8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67524F"/>
                </a:solidFill>
                <a:latin typeface="Tahoma"/>
                <a:cs typeface="Tahoma"/>
              </a:rPr>
              <a:t>agriculture.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6096000"/>
            <a:ext cx="566927" cy="56692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81304" y="5149037"/>
            <a:ext cx="2789555" cy="1529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100" spc="-10">
                <a:solidFill>
                  <a:srgbClr val="522317"/>
                </a:solidFill>
                <a:latin typeface="Tahoma"/>
                <a:cs typeface="Tahoma"/>
              </a:rPr>
              <a:t>Questions?</a:t>
            </a:r>
            <a:endParaRPr sz="4100">
              <a:latin typeface="Tahoma"/>
              <a:cs typeface="Tahoma"/>
            </a:endParaRPr>
          </a:p>
          <a:p>
            <a:pPr marL="862965">
              <a:lnSpc>
                <a:spcPct val="100000"/>
              </a:lnSpc>
              <a:spcBef>
                <a:spcPts val="3854"/>
              </a:spcBef>
            </a:pPr>
            <a:r>
              <a:rPr dirty="0" sz="2550" spc="110">
                <a:solidFill>
                  <a:srgbClr val="67524F"/>
                </a:solidFill>
                <a:latin typeface="Tahoma"/>
                <a:cs typeface="Tahoma"/>
              </a:rPr>
              <a:t>Get</a:t>
            </a:r>
            <a:r>
              <a:rPr dirty="0" sz="2550" spc="-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67524F"/>
                </a:solidFill>
                <a:latin typeface="Tahoma"/>
                <a:cs typeface="Tahoma"/>
              </a:rPr>
              <a:t>in</a:t>
            </a:r>
            <a:r>
              <a:rPr dirty="0" sz="2550" spc="-15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550" spc="35">
                <a:solidFill>
                  <a:srgbClr val="67524F"/>
                </a:solidFill>
                <a:latin typeface="Tahoma"/>
                <a:cs typeface="Tahoma"/>
              </a:rPr>
              <a:t>Touch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5407" y="6096000"/>
            <a:ext cx="569976" cy="56692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296402" y="6265291"/>
            <a:ext cx="243713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85">
                <a:solidFill>
                  <a:srgbClr val="67524F"/>
                </a:solidFill>
                <a:latin typeface="Tahoma"/>
                <a:cs typeface="Tahoma"/>
              </a:rPr>
              <a:t>Connect</a:t>
            </a:r>
            <a:r>
              <a:rPr dirty="0" sz="2550" spc="9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67524F"/>
                </a:solidFill>
                <a:latin typeface="Tahoma"/>
                <a:cs typeface="Tahoma"/>
              </a:rPr>
              <a:t>with</a:t>
            </a:r>
            <a:r>
              <a:rPr dirty="0" sz="2550" spc="40">
                <a:solidFill>
                  <a:srgbClr val="67524F"/>
                </a:solidFill>
                <a:latin typeface="Tahoma"/>
                <a:cs typeface="Tahoma"/>
              </a:rPr>
              <a:t> </a:t>
            </a:r>
            <a:r>
              <a:rPr dirty="0" sz="2550" spc="-25">
                <a:solidFill>
                  <a:srgbClr val="67524F"/>
                </a:solidFill>
                <a:latin typeface="Tahoma"/>
                <a:cs typeface="Tahoma"/>
              </a:rPr>
              <a:t>Us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1810"/>
              </a:lnSpc>
            </a:pPr>
            <a:r>
              <a:rPr dirty="0" spc="-10"/>
              <a:t>Infosys</a:t>
            </a:r>
          </a:p>
          <a:p>
            <a:pPr algn="ctr">
              <a:lnSpc>
                <a:spcPct val="100000"/>
              </a:lnSpc>
            </a:pPr>
            <a:r>
              <a:rPr dirty="0" spc="-10"/>
              <a:t>SpringBoard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2026-01-20T15:44:40Z</dcterms:created>
  <dcterms:modified xsi:type="dcterms:W3CDTF">2026-01-20T15:44:40Z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2026-01-20T00:00:00Z</vt:filetime>
  </property>
  <property fmtid="{D5CDD505-2E9C-101B-9397-08002B2CF9AE}" pid="5" name="Producer">
    <vt:lpwstr>www.ilovepdf.com</vt:lpwstr>
  </property>
</Properties>
</file>